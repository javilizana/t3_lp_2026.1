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8" r:id="rId6"/>
    <p:sldId id="286" r:id="rId7"/>
    <p:sldId id="277" r:id="rId8"/>
    <p:sldId id="294" r:id="rId9"/>
    <p:sldId id="296" r:id="rId10"/>
    <p:sldId id="292" r:id="rId11"/>
    <p:sldId id="295" r:id="rId12"/>
    <p:sldId id="29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pos="3144" userDrawn="1">
          <p15:clr>
            <a:srgbClr val="A4A3A4"/>
          </p15:clr>
        </p15:guide>
        <p15:guide id="3" orient="horz" pos="9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A1E41-A419-48CF-AC0A-C975F77A3E64}" v="5" dt="2025-04-29T03:07:08.233"/>
  </p1510:revLst>
</p1510:revInfo>
</file>

<file path=ppt/tableStyles.xml><?xml version="1.0" encoding="utf-8"?>
<a:tblStyleLst xmlns:a="http://schemas.openxmlformats.org/drawingml/2006/main" def="{C4B1156A-380E-4F78-BDF5-A606A8083BF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3204" autoAdjust="0"/>
  </p:normalViewPr>
  <p:slideViewPr>
    <p:cSldViewPr snapToGrid="0">
      <p:cViewPr varScale="1">
        <p:scale>
          <a:sx n="82" d="100"/>
          <a:sy n="82" d="100"/>
        </p:scale>
        <p:origin x="432" y="48"/>
      </p:cViewPr>
      <p:guideLst>
        <p:guide orient="horz" pos="792"/>
        <p:guide pos="3144"/>
        <p:guide orient="horz" pos="960"/>
      </p:guideLst>
    </p:cSldViewPr>
  </p:slideViewPr>
  <p:outlineViewPr>
    <p:cViewPr>
      <p:scale>
        <a:sx n="33" d="100"/>
        <a:sy n="33" d="100"/>
      </p:scale>
      <p:origin x="0" y="-11942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howGuides="1">
      <p:cViewPr varScale="1">
        <p:scale>
          <a:sx n="58" d="100"/>
          <a:sy n="58" d="100"/>
        </p:scale>
        <p:origin x="3240" y="5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lismar Suarez Guzman (Alumno)" userId="daaa267c-98ba-4bad-8d84-90c08eaff824" providerId="ADAL" clId="{3B8A1E41-A419-48CF-AC0A-C975F77A3E64}"/>
    <pc:docChg chg="undo custSel delSld modSld">
      <pc:chgData name="Elismar Suarez Guzman (Alumno)" userId="daaa267c-98ba-4bad-8d84-90c08eaff824" providerId="ADAL" clId="{3B8A1E41-A419-48CF-AC0A-C975F77A3E64}" dt="2025-04-29T03:22:30.781" v="668" actId="207"/>
      <pc:docMkLst>
        <pc:docMk/>
      </pc:docMkLst>
      <pc:sldChg chg="del">
        <pc:chgData name="Elismar Suarez Guzman (Alumno)" userId="daaa267c-98ba-4bad-8d84-90c08eaff824" providerId="ADAL" clId="{3B8A1E41-A419-48CF-AC0A-C975F77A3E64}" dt="2025-04-29T02:59:28.294" v="427" actId="47"/>
        <pc:sldMkLst>
          <pc:docMk/>
          <pc:sldMk cId="707789176" sldId="258"/>
        </pc:sldMkLst>
      </pc:sldChg>
      <pc:sldChg chg="del">
        <pc:chgData name="Elismar Suarez Guzman (Alumno)" userId="daaa267c-98ba-4bad-8d84-90c08eaff824" providerId="ADAL" clId="{3B8A1E41-A419-48CF-AC0A-C975F77A3E64}" dt="2025-04-29T02:59:35.677" v="431" actId="47"/>
        <pc:sldMkLst>
          <pc:docMk/>
          <pc:sldMk cId="566997565" sldId="260"/>
        </pc:sldMkLst>
      </pc:sldChg>
      <pc:sldChg chg="del">
        <pc:chgData name="Elismar Suarez Guzman (Alumno)" userId="daaa267c-98ba-4bad-8d84-90c08eaff824" providerId="ADAL" clId="{3B8A1E41-A419-48CF-AC0A-C975F77A3E64}" dt="2025-04-29T02:59:33.956" v="430" actId="47"/>
        <pc:sldMkLst>
          <pc:docMk/>
          <pc:sldMk cId="1593920805" sldId="262"/>
        </pc:sldMkLst>
      </pc:sldChg>
      <pc:sldChg chg="del">
        <pc:chgData name="Elismar Suarez Guzman (Alumno)" userId="daaa267c-98ba-4bad-8d84-90c08eaff824" providerId="ADAL" clId="{3B8A1E41-A419-48CF-AC0A-C975F77A3E64}" dt="2025-04-29T02:59:29.848" v="428" actId="47"/>
        <pc:sldMkLst>
          <pc:docMk/>
          <pc:sldMk cId="1346372204" sldId="264"/>
        </pc:sldMkLst>
      </pc:sldChg>
      <pc:sldChg chg="delSp modSp del mod">
        <pc:chgData name="Elismar Suarez Guzman (Alumno)" userId="daaa267c-98ba-4bad-8d84-90c08eaff824" providerId="ADAL" clId="{3B8A1E41-A419-48CF-AC0A-C975F77A3E64}" dt="2025-04-29T03:00:05.458" v="450" actId="47"/>
        <pc:sldMkLst>
          <pc:docMk/>
          <pc:sldMk cId="2436493926" sldId="276"/>
        </pc:sldMkLst>
        <pc:spChg chg="mod">
          <ac:chgData name="Elismar Suarez Guzman (Alumno)" userId="daaa267c-98ba-4bad-8d84-90c08eaff824" providerId="ADAL" clId="{3B8A1E41-A419-48CF-AC0A-C975F77A3E64}" dt="2025-04-29T03:00:02.226" v="449" actId="403"/>
          <ac:spMkLst>
            <pc:docMk/>
            <pc:sldMk cId="2436493926" sldId="276"/>
            <ac:spMk id="2" creationId="{BCCAEE93-8585-46D4-A7EC-F184E317CB2E}"/>
          </ac:spMkLst>
        </pc:spChg>
        <pc:spChg chg="del mod">
          <ac:chgData name="Elismar Suarez Guzman (Alumno)" userId="daaa267c-98ba-4bad-8d84-90c08eaff824" providerId="ADAL" clId="{3B8A1E41-A419-48CF-AC0A-C975F77A3E64}" dt="2025-04-29T02:59:51.913" v="438" actId="478"/>
          <ac:spMkLst>
            <pc:docMk/>
            <pc:sldMk cId="2436493926" sldId="276"/>
            <ac:spMk id="3" creationId="{24AFFC60-19C3-4901-93F7-7AAF4C09F8C6}"/>
          </ac:spMkLst>
        </pc:spChg>
      </pc:sldChg>
      <pc:sldChg chg="modSp mod">
        <pc:chgData name="Elismar Suarez Guzman (Alumno)" userId="daaa267c-98ba-4bad-8d84-90c08eaff824" providerId="ADAL" clId="{3B8A1E41-A419-48CF-AC0A-C975F77A3E64}" dt="2025-04-29T03:21:33.429" v="661" actId="20577"/>
        <pc:sldMkLst>
          <pc:docMk/>
          <pc:sldMk cId="2243494996" sldId="277"/>
        </pc:sldMkLst>
        <pc:spChg chg="mod">
          <ac:chgData name="Elismar Suarez Guzman (Alumno)" userId="daaa267c-98ba-4bad-8d84-90c08eaff824" providerId="ADAL" clId="{3B8A1E41-A419-48CF-AC0A-C975F77A3E64}" dt="2025-04-29T03:21:33.429" v="661" actId="20577"/>
          <ac:spMkLst>
            <pc:docMk/>
            <pc:sldMk cId="2243494996" sldId="277"/>
            <ac:spMk id="13" creationId="{6094274E-31F4-FDCB-EC95-6428C984CFFC}"/>
          </ac:spMkLst>
        </pc:spChg>
      </pc:sldChg>
      <pc:sldChg chg="del">
        <pc:chgData name="Elismar Suarez Guzman (Alumno)" userId="daaa267c-98ba-4bad-8d84-90c08eaff824" providerId="ADAL" clId="{3B8A1E41-A419-48CF-AC0A-C975F77A3E64}" dt="2025-04-29T03:00:07.209" v="451" actId="47"/>
        <pc:sldMkLst>
          <pc:docMk/>
          <pc:sldMk cId="4252466045" sldId="279"/>
        </pc:sldMkLst>
      </pc:sldChg>
      <pc:sldChg chg="del">
        <pc:chgData name="Elismar Suarez Guzman (Alumno)" userId="daaa267c-98ba-4bad-8d84-90c08eaff824" providerId="ADAL" clId="{3B8A1E41-A419-48CF-AC0A-C975F77A3E64}" dt="2025-04-29T03:00:07.786" v="452" actId="47"/>
        <pc:sldMkLst>
          <pc:docMk/>
          <pc:sldMk cId="1329539271" sldId="290"/>
        </pc:sldMkLst>
      </pc:sldChg>
      <pc:sldChg chg="del">
        <pc:chgData name="Elismar Suarez Guzman (Alumno)" userId="daaa267c-98ba-4bad-8d84-90c08eaff824" providerId="ADAL" clId="{3B8A1E41-A419-48CF-AC0A-C975F77A3E64}" dt="2025-04-29T02:59:32.260" v="429" actId="47"/>
        <pc:sldMkLst>
          <pc:docMk/>
          <pc:sldMk cId="3003251909" sldId="291"/>
        </pc:sldMkLst>
      </pc:sldChg>
      <pc:sldChg chg="addSp delSp modSp mod">
        <pc:chgData name="Elismar Suarez Guzman (Alumno)" userId="daaa267c-98ba-4bad-8d84-90c08eaff824" providerId="ADAL" clId="{3B8A1E41-A419-48CF-AC0A-C975F77A3E64}" dt="2025-04-29T03:22:30.781" v="668" actId="207"/>
        <pc:sldMkLst>
          <pc:docMk/>
          <pc:sldMk cId="3404693169" sldId="293"/>
        </pc:sldMkLst>
        <pc:spChg chg="del">
          <ac:chgData name="Elismar Suarez Guzman (Alumno)" userId="daaa267c-98ba-4bad-8d84-90c08eaff824" providerId="ADAL" clId="{3B8A1E41-A419-48CF-AC0A-C975F77A3E64}" dt="2025-04-29T03:00:11.892" v="453" actId="478"/>
          <ac:spMkLst>
            <pc:docMk/>
            <pc:sldMk cId="3404693169" sldId="293"/>
            <ac:spMk id="2" creationId="{027950C6-7408-F3FB-0191-11BCB360CAE6}"/>
          </ac:spMkLst>
        </pc:spChg>
        <pc:spChg chg="mod">
          <ac:chgData name="Elismar Suarez Guzman (Alumno)" userId="daaa267c-98ba-4bad-8d84-90c08eaff824" providerId="ADAL" clId="{3B8A1E41-A419-48CF-AC0A-C975F77A3E64}" dt="2025-04-29T03:22:30.781" v="668" actId="207"/>
          <ac:spMkLst>
            <pc:docMk/>
            <pc:sldMk cId="3404693169" sldId="293"/>
            <ac:spMk id="3" creationId="{07486C79-A242-110A-3EB6-FE9A547EF0A6}"/>
          </ac:spMkLst>
        </pc:spChg>
        <pc:spChg chg="add mod">
          <ac:chgData name="Elismar Suarez Guzman (Alumno)" userId="daaa267c-98ba-4bad-8d84-90c08eaff824" providerId="ADAL" clId="{3B8A1E41-A419-48CF-AC0A-C975F77A3E64}" dt="2025-04-29T03:05:21.548" v="516" actId="14100"/>
          <ac:spMkLst>
            <pc:docMk/>
            <pc:sldMk cId="3404693169" sldId="293"/>
            <ac:spMk id="5" creationId="{61928C7F-23F6-FC82-EAB5-5BD940157B1A}"/>
          </ac:spMkLst>
        </pc:spChg>
        <pc:spChg chg="add">
          <ac:chgData name="Elismar Suarez Guzman (Alumno)" userId="daaa267c-98ba-4bad-8d84-90c08eaff824" providerId="ADAL" clId="{3B8A1E41-A419-48CF-AC0A-C975F77A3E64}" dt="2025-04-29T03:07:06.881" v="520"/>
          <ac:spMkLst>
            <pc:docMk/>
            <pc:sldMk cId="3404693169" sldId="293"/>
            <ac:spMk id="7" creationId="{AC3DD036-61FA-3446-98D1-372EC0B2239C}"/>
          </ac:spMkLst>
        </pc:spChg>
      </pc:sldChg>
      <pc:sldChg chg="modSp mod">
        <pc:chgData name="Elismar Suarez Guzman (Alumno)" userId="daaa267c-98ba-4bad-8d84-90c08eaff824" providerId="ADAL" clId="{3B8A1E41-A419-48CF-AC0A-C975F77A3E64}" dt="2025-04-29T03:21:52.568" v="663" actId="20577"/>
        <pc:sldMkLst>
          <pc:docMk/>
          <pc:sldMk cId="3298454894" sldId="294"/>
        </pc:sldMkLst>
        <pc:spChg chg="mod">
          <ac:chgData name="Elismar Suarez Guzman (Alumno)" userId="daaa267c-98ba-4bad-8d84-90c08eaff824" providerId="ADAL" clId="{3B8A1E41-A419-48CF-AC0A-C975F77A3E64}" dt="2025-04-29T03:21:52.568" v="663" actId="20577"/>
          <ac:spMkLst>
            <pc:docMk/>
            <pc:sldMk cId="3298454894" sldId="294"/>
            <ac:spMk id="13" creationId="{A14CBD77-1CE5-1882-67C0-474D8954362C}"/>
          </ac:spMkLst>
        </pc:spChg>
      </pc:sldChg>
      <pc:sldChg chg="addSp modSp mod">
        <pc:chgData name="Elismar Suarez Guzman (Alumno)" userId="daaa267c-98ba-4bad-8d84-90c08eaff824" providerId="ADAL" clId="{3B8A1E41-A419-48CF-AC0A-C975F77A3E64}" dt="2025-04-29T02:59:23.772" v="426" actId="20577"/>
        <pc:sldMkLst>
          <pc:docMk/>
          <pc:sldMk cId="2427545211" sldId="295"/>
        </pc:sldMkLst>
        <pc:spChg chg="mod">
          <ac:chgData name="Elismar Suarez Guzman (Alumno)" userId="daaa267c-98ba-4bad-8d84-90c08eaff824" providerId="ADAL" clId="{3B8A1E41-A419-48CF-AC0A-C975F77A3E64}" dt="2025-04-29T02:58:25.729" v="341" actId="20577"/>
          <ac:spMkLst>
            <pc:docMk/>
            <pc:sldMk cId="2427545211" sldId="295"/>
            <ac:spMk id="3" creationId="{83D45229-9498-32A8-091C-E2A79359F816}"/>
          </ac:spMkLst>
        </pc:spChg>
        <pc:spChg chg="add mod">
          <ac:chgData name="Elismar Suarez Guzman (Alumno)" userId="daaa267c-98ba-4bad-8d84-90c08eaff824" providerId="ADAL" clId="{3B8A1E41-A419-48CF-AC0A-C975F77A3E64}" dt="2025-04-29T02:54:58.440" v="118" actId="1076"/>
          <ac:spMkLst>
            <pc:docMk/>
            <pc:sldMk cId="2427545211" sldId="295"/>
            <ac:spMk id="6" creationId="{C08F8516-7EC8-FF7E-AD12-F76D844B0CAF}"/>
          </ac:spMkLst>
        </pc:spChg>
        <pc:spChg chg="add mod">
          <ac:chgData name="Elismar Suarez Guzman (Alumno)" userId="daaa267c-98ba-4bad-8d84-90c08eaff824" providerId="ADAL" clId="{3B8A1E41-A419-48CF-AC0A-C975F77A3E64}" dt="2025-04-29T02:59:23.772" v="426" actId="20577"/>
          <ac:spMkLst>
            <pc:docMk/>
            <pc:sldMk cId="2427545211" sldId="295"/>
            <ac:spMk id="7" creationId="{BADD5C51-3338-D5EF-EF5B-D99CB6B8C5D2}"/>
          </ac:spMkLst>
        </pc:spChg>
        <pc:picChg chg="add mod">
          <ac:chgData name="Elismar Suarez Guzman (Alumno)" userId="daaa267c-98ba-4bad-8d84-90c08eaff824" providerId="ADAL" clId="{3B8A1E41-A419-48CF-AC0A-C975F77A3E64}" dt="2025-04-29T02:55:54.290" v="125" actId="1076"/>
          <ac:picMkLst>
            <pc:docMk/>
            <pc:sldMk cId="2427545211" sldId="295"/>
            <ac:picMk id="5" creationId="{86F25EEC-6DF0-31FB-3536-157E1F132858}"/>
          </ac:picMkLst>
        </pc:picChg>
      </pc:sldChg>
      <pc:sldChg chg="modSp mod">
        <pc:chgData name="Elismar Suarez Guzman (Alumno)" userId="daaa267c-98ba-4bad-8d84-90c08eaff824" providerId="ADAL" clId="{3B8A1E41-A419-48CF-AC0A-C975F77A3E64}" dt="2025-04-29T03:22:09.047" v="665" actId="123"/>
        <pc:sldMkLst>
          <pc:docMk/>
          <pc:sldMk cId="4011415460" sldId="296"/>
        </pc:sldMkLst>
        <pc:spChg chg="mod">
          <ac:chgData name="Elismar Suarez Guzman (Alumno)" userId="daaa267c-98ba-4bad-8d84-90c08eaff824" providerId="ADAL" clId="{3B8A1E41-A419-48CF-AC0A-C975F77A3E64}" dt="2025-04-29T03:22:09.047" v="665" actId="123"/>
          <ac:spMkLst>
            <pc:docMk/>
            <pc:sldMk cId="4011415460" sldId="296"/>
            <ac:spMk id="5" creationId="{D6B5D4AC-CA27-ED3F-4675-B6C9ECB7D3E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CAE72A9-67A2-4FB1-BBF6-740F2C2EAA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27B748C-466C-45D8-970C-D4FB4FE80CD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8ABBF3-49A8-4B3F-9773-22E67695BB12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A8C23F-271A-4B7C-87EC-108046165C7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7ABF6-4152-4126-AC20-23B44A3111A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EB6193-5AA7-489B-8575-00593FC261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054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4AAC2B-A50D-4386-849A-6B59FB991B4C}" type="datetimeFigureOut">
              <a:rPr lang="en-US" smtClean="0"/>
              <a:t>4/28/2025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895658-EA1F-4910-80AB-4DA76E16747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4773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686437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2262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96670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77167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6F8D7-4FE0-4B8C-C5F4-C80C980F1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12AEA1-B2FC-C59F-B54C-612DAE8217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9BEB20-7A25-ABA2-67B3-6E43610317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42891B-455F-D682-DD6A-1661C87AE0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794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BFE82-6950-0E05-95F0-0368D76BC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C80DCA-394B-004D-5075-2CF0EF2467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357697-18FB-93B8-0E30-8ADE11EA48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D7298A-ECDB-0684-339D-9AEB2C75ED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50226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10324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FFAF9-340D-855B-934B-102A21402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8807ADB-12CC-8271-0307-A482BF6BD1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9A656D1-C1ED-371E-6496-CEB3B0D8DF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BD8B5B-B98E-84B1-B414-84DEF21ACA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82590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76F32-B87A-E4F9-A319-495B69B99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547A3C-00FD-C046-FEC8-59024762B0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C6E5EE-CB98-CAEE-76D5-FF807632FE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70E9A7-C056-6219-2B69-8DED88785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895658-EA1F-4910-80AB-4DA76E167475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8825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13.svg"/><Relationship Id="rId7" Type="http://schemas.openxmlformats.org/officeDocument/2006/relationships/image" Target="../media/image17.sv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6.png"/><Relationship Id="rId5" Type="http://schemas.openxmlformats.org/officeDocument/2006/relationships/image" Target="../media/image15.svg"/><Relationship Id="rId10" Type="http://schemas.openxmlformats.org/officeDocument/2006/relationships/image" Target="../media/image5.png"/><Relationship Id="rId4" Type="http://schemas.openxmlformats.org/officeDocument/2006/relationships/image" Target="../media/image14.png"/><Relationship Id="rId9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svg"/><Relationship Id="rId7" Type="http://schemas.openxmlformats.org/officeDocument/2006/relationships/image" Target="../media/image24.sv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pn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6.svg"/><Relationship Id="rId4" Type="http://schemas.openxmlformats.org/officeDocument/2006/relationships/image" Target="../media/image25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9AF4D7D-42EC-4F30-296A-81B05C4E7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14772" y="677918"/>
            <a:ext cx="6856292" cy="3590596"/>
          </a:xfrm>
        </p:spPr>
        <p:txBody>
          <a:bodyPr anchor="ctr"/>
          <a:lstStyle>
            <a:lvl1pPr algn="l">
              <a:defRPr sz="60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6703921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33950" y="429461"/>
            <a:ext cx="6343650" cy="2668463"/>
          </a:xfrm>
        </p:spPr>
        <p:txBody>
          <a:bodyPr anchor="b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83B974-C7F1-5026-EC6E-647371B64BB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938712" y="3299953"/>
            <a:ext cx="6338888" cy="2668463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64914EB-20DD-97B4-8FF9-94D739D21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9867" y="-7753"/>
            <a:ext cx="4187536" cy="6865753"/>
            <a:chOff x="-9867" y="-7753"/>
            <a:chExt cx="4187536" cy="6865753"/>
          </a:xfrm>
        </p:grpSpPr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0407AED1-9974-465A-BC9C-530E270105DE}"/>
                </a:ext>
              </a:extLst>
            </p:cNvPr>
            <p:cNvSpPr/>
            <p:nvPr userDrawn="1"/>
          </p:nvSpPr>
          <p:spPr>
            <a:xfrm flipH="1">
              <a:off x="0" y="2021358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08ADBC6-C9BE-4302-A86A-4AC842874C24}"/>
                </a:ext>
              </a:extLst>
            </p:cNvPr>
            <p:cNvSpPr/>
            <p:nvPr userDrawn="1"/>
          </p:nvSpPr>
          <p:spPr>
            <a:xfrm>
              <a:off x="2029604" y="2031653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2B04AFC-F339-4DFB-AA44-D68317065E02}"/>
                </a:ext>
              </a:extLst>
            </p:cNvPr>
            <p:cNvSpPr/>
            <p:nvPr userDrawn="1"/>
          </p:nvSpPr>
          <p:spPr>
            <a:xfrm>
              <a:off x="2028253" y="4052815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0" name="Picture 19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E88B2398-8473-499F-836C-F3AF518F5BB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3015" y="5086646"/>
              <a:ext cx="2019299" cy="999451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1BC9BFE-80C0-4DA9-92DB-070C41E412B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0800000">
              <a:off x="-9867" y="-1076"/>
              <a:ext cx="2029968" cy="2029968"/>
            </a:xfrm>
            <a:prstGeom prst="rect">
              <a:avLst/>
            </a:prstGeom>
          </p:spPr>
        </p:pic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A522571C-09D3-4F39-B963-76F80D9973F1}"/>
                </a:ext>
              </a:extLst>
            </p:cNvPr>
            <p:cNvSpPr/>
            <p:nvPr userDrawn="1"/>
          </p:nvSpPr>
          <p:spPr>
            <a:xfrm>
              <a:off x="2029968" y="6045049"/>
              <a:ext cx="2029968" cy="812951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0268D7D-D5FB-492C-8D00-3E866534BD42}"/>
                </a:ext>
              </a:extLst>
            </p:cNvPr>
            <p:cNvSpPr/>
            <p:nvPr userDrawn="1"/>
          </p:nvSpPr>
          <p:spPr>
            <a:xfrm flipH="1">
              <a:off x="0" y="4828032"/>
              <a:ext cx="2032942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54BCEF24-C76B-44E5-A457-E55658E8EB8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-2860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18216784-417D-44A8-8CF1-C0CAF410EB9B}"/>
                </a:ext>
              </a:extLst>
            </p:cNvPr>
            <p:cNvGrpSpPr/>
            <p:nvPr userDrawn="1"/>
          </p:nvGrpSpPr>
          <p:grpSpPr>
            <a:xfrm>
              <a:off x="100242" y="2099803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FFF90BA2-E949-4FDF-A88E-B68F607E3205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41F18930-2C24-4BA6-A1EB-BF1644EE8558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D5953E65-C24C-4C83-86BB-E4A6D2532FD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0B9DA7A8-A66E-4E0E-92DF-B3FF112EBB70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94E74739-1964-4A3C-B2E5-28FEF5EF8E49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E31C22DC-76BD-4E83-8A1A-B7AE70B2E8FE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F63C700C-5749-4BA1-8128-78559312E825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EC81C305-3A69-4634-8A07-56F8272122AF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A14AAEDA-8F87-420D-A6BD-FF115C08EB7A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A1FA4EA0-701D-49A3-8962-1BD0CE6E9C0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E362A8AA-1110-4C1C-9922-60F7D43E82B0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BC8B72EE-335A-4030-B500-7E6FB4D24F18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10167348-D9AA-4440-8569-849A6B0F2C2D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A5616AB2-7A83-42C0-883C-FFA27D5468C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6A9CA073-4F0B-4787-B46D-7886261E945E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9AF901A3-1EC5-458F-A653-74CCEAE9A13D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4D5E35A9-4BB5-48F3-AE34-E1BDD3343EB1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A9A549D5-A823-49C4-8C36-D074E6E039B9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6A767C47-7246-4B50-8E78-82766365754A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0AEE1DDC-07C3-4204-A3B1-BB7C77C0622B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15DA288D-BE35-46E8-AA86-9F28D8504DAB}"/>
                </a:ext>
              </a:extLst>
            </p:cNvPr>
            <p:cNvSpPr/>
            <p:nvPr userDrawn="1"/>
          </p:nvSpPr>
          <p:spPr>
            <a:xfrm>
              <a:off x="0" y="4043197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2557B54-30A3-4192-9D51-EE28AF522DE9}"/>
                </a:ext>
              </a:extLst>
            </p:cNvPr>
            <p:cNvSpPr/>
            <p:nvPr userDrawn="1"/>
          </p:nvSpPr>
          <p:spPr>
            <a:xfrm>
              <a:off x="0" y="2021358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2208FD0E-034D-4DF3-85D7-F0EBE2775B58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0632" y="-7753"/>
              <a:ext cx="4052352" cy="4040860"/>
            </a:xfrm>
            <a:prstGeom prst="line">
              <a:avLst/>
            </a:prstGeom>
            <a:ln w="5080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20239FE-47D0-4B4F-8440-F859F368C141}"/>
                </a:ext>
              </a:extLst>
            </p:cNvPr>
            <p:cNvSpPr/>
            <p:nvPr userDrawn="1"/>
          </p:nvSpPr>
          <p:spPr>
            <a:xfrm>
              <a:off x="3903349" y="3869829"/>
              <a:ext cx="274320" cy="27432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8925BB7-B630-981C-964B-37A5DCBEA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06165" y="635508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B4D24B0-E841-7B76-D133-06ABBAB6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7357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C7D011F5-A799-BEAA-9160-5743D58B45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833694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399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660358"/>
            <a:ext cx="6594768" cy="5537284"/>
          </a:xfrm>
        </p:spPr>
        <p:txBody>
          <a:bodyPr anchor="ctr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 rot="10800000">
            <a:off x="1" y="761322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algn="ctr"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1EA6F58-FA46-C921-5758-59234B148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4069439" cy="4828833"/>
            <a:chOff x="0" y="0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>
              <a:spLocks/>
            </p:cNvSpPr>
            <p:nvPr userDrawn="1"/>
          </p:nvSpPr>
          <p:spPr>
            <a:xfrm rot="10800000" flipH="1">
              <a:off x="2026630" y="77643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 rot="10800000">
              <a:off x="0" y="76613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 rot="10800000">
              <a:off x="1351" y="0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039471" y="2798865"/>
              <a:ext cx="2029968" cy="2029968"/>
            </a:xfrm>
            <a:prstGeom prst="rect">
              <a:avLst/>
            </a:prstGeom>
          </p:spPr>
        </p:pic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 rot="10800000">
              <a:off x="2029604" y="0"/>
              <a:ext cx="2029968" cy="78456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Picture 10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CD1CD1B2-7EBC-96B6-A02D-7972C278746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10800000">
              <a:off x="2035948" y="788197"/>
              <a:ext cx="2019299" cy="99945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06966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+ Picture 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833694" y="544285"/>
            <a:ext cx="6594768" cy="3445329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829789" y="4130045"/>
            <a:ext cx="6594768" cy="195152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2A24CB0-5164-75CE-ED27-EF876C19C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2029167"/>
            <a:ext cx="4069439" cy="4828833"/>
            <a:chOff x="0" y="2029167"/>
            <a:chExt cx="4069439" cy="482883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06F989FA-6E7A-3A98-AF95-F2384308BD32}"/>
                </a:ext>
              </a:extLst>
            </p:cNvPr>
            <p:cNvSpPr/>
            <p:nvPr userDrawn="1"/>
          </p:nvSpPr>
          <p:spPr>
            <a:xfrm flipH="1">
              <a:off x="9867" y="4051601"/>
              <a:ext cx="2032942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 23">
              <a:extLst>
                <a:ext uri="{FF2B5EF4-FFF2-40B4-BE49-F238E27FC236}">
                  <a16:creationId xmlns:a16="http://schemas.microsoft.com/office/drawing/2014/main" id="{F0BAC8B3-F184-675F-DC5F-C48CE69D7622}"/>
                </a:ext>
              </a:extLst>
            </p:cNvPr>
            <p:cNvSpPr/>
            <p:nvPr userDrawn="1"/>
          </p:nvSpPr>
          <p:spPr>
            <a:xfrm>
              <a:off x="2039471" y="4061896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0B75A35-885A-CE38-4F65-95EF186B13D1}"/>
                </a:ext>
              </a:extLst>
            </p:cNvPr>
            <p:cNvSpPr/>
            <p:nvPr userDrawn="1"/>
          </p:nvSpPr>
          <p:spPr>
            <a:xfrm>
              <a:off x="2038120" y="6083058"/>
              <a:ext cx="2029968" cy="77494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4B488086-4998-410C-FCC8-29CA6288A79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0" y="2029167"/>
              <a:ext cx="2029968" cy="2029968"/>
            </a:xfrm>
            <a:prstGeom prst="rect">
              <a:avLst/>
            </a:prstGeom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227BDAED-0D36-04AE-1A0C-E36977943C38}"/>
                </a:ext>
              </a:extLst>
            </p:cNvPr>
            <p:cNvGrpSpPr/>
            <p:nvPr userDrawn="1"/>
          </p:nvGrpSpPr>
          <p:grpSpPr>
            <a:xfrm>
              <a:off x="110109" y="4130046"/>
              <a:ext cx="1920240" cy="1920240"/>
              <a:chOff x="5361924" y="7472790"/>
              <a:chExt cx="1828800" cy="1828800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DCF3798F-8E8C-7928-8347-8BC5B07B29F9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A488BF7D-B7D9-249A-4EC2-8A1F6311D1BD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29" name="Group 28">
                    <a:extLst>
                      <a:ext uri="{FF2B5EF4-FFF2-40B4-BE49-F238E27FC236}">
                        <a16:creationId xmlns:a16="http://schemas.microsoft.com/office/drawing/2014/main" id="{C68EE8A4-53F3-EAAD-F43C-1F73C11BCE4C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806ABFB8-B814-19D4-3D47-A20F5AE8785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992340A8-8A61-1791-D56D-37F56A662FE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35" name="Group 34">
                          <a:extLst>
                            <a:ext uri="{FF2B5EF4-FFF2-40B4-BE49-F238E27FC236}">
                              <a16:creationId xmlns:a16="http://schemas.microsoft.com/office/drawing/2014/main" id="{CD482B6F-4CF8-CEB3-7478-EB1A76DCF567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48DB94FE-59B9-2EAD-D619-84D732CEACD3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39" name="Oval 38">
                              <a:extLst>
                                <a:ext uri="{FF2B5EF4-FFF2-40B4-BE49-F238E27FC236}">
                                  <a16:creationId xmlns:a16="http://schemas.microsoft.com/office/drawing/2014/main" id="{E9EB6EED-2663-2442-C484-EF27395DCEB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40" name="Oval 39">
                              <a:extLst>
                                <a:ext uri="{FF2B5EF4-FFF2-40B4-BE49-F238E27FC236}">
                                  <a16:creationId xmlns:a16="http://schemas.microsoft.com/office/drawing/2014/main" id="{E5978766-DE51-5FF5-41BE-B1007C37165E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38" name="Oval 37">
                            <a:extLst>
                              <a:ext uri="{FF2B5EF4-FFF2-40B4-BE49-F238E27FC236}">
                                <a16:creationId xmlns:a16="http://schemas.microsoft.com/office/drawing/2014/main" id="{749B68DA-C119-6301-085A-2E7F3F7E3CB1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36" name="Oval 35">
                          <a:extLst>
                            <a:ext uri="{FF2B5EF4-FFF2-40B4-BE49-F238E27FC236}">
                              <a16:creationId xmlns:a16="http://schemas.microsoft.com/office/drawing/2014/main" id="{D753957E-F4A5-E4CA-B8B3-F6AE73F159F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34" name="Oval 33">
                        <a:extLst>
                          <a:ext uri="{FF2B5EF4-FFF2-40B4-BE49-F238E27FC236}">
                            <a16:creationId xmlns:a16="http://schemas.microsoft.com/office/drawing/2014/main" id="{3C4F46AE-42C2-9E3D-D294-F9297389D110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32" name="Oval 31">
                      <a:extLst>
                        <a:ext uri="{FF2B5EF4-FFF2-40B4-BE49-F238E27FC236}">
                          <a16:creationId xmlns:a16="http://schemas.microsoft.com/office/drawing/2014/main" id="{42376F25-4466-0F15-CD2F-B821AC9CCE5C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30" name="Oval 29">
                    <a:extLst>
                      <a:ext uri="{FF2B5EF4-FFF2-40B4-BE49-F238E27FC236}">
                        <a16:creationId xmlns:a16="http://schemas.microsoft.com/office/drawing/2014/main" id="{BBC988D2-4FFC-612A-DD91-A41B6194E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53690E8A-1D3D-3D5D-932E-D2A2CFE5BDAB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1AE08D7C-4190-C00C-19F0-BEC1F608B97A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7B3E9873-3672-0001-60F1-6068B67A6DF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4CD85BCE-3B9E-234C-4D1D-EC1A6A57D298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28" name="Oval 27">
                  <a:extLst>
                    <a:ext uri="{FF2B5EF4-FFF2-40B4-BE49-F238E27FC236}">
                      <a16:creationId xmlns:a16="http://schemas.microsoft.com/office/drawing/2014/main" id="{5CC66A2F-CBBE-220E-5ECB-528B8EE34F83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B7B0A7FC-B497-31A6-1F93-414F96AF4C4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26879019-2911-2F60-CC5B-25D1BE752B8D}"/>
                </a:ext>
              </a:extLst>
            </p:cNvPr>
            <p:cNvSpPr/>
            <p:nvPr userDrawn="1"/>
          </p:nvSpPr>
          <p:spPr>
            <a:xfrm>
              <a:off x="9867" y="6073440"/>
              <a:ext cx="2029968" cy="78456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8CCEA94B-F499-5FCA-D063-7FD71F10F95B}"/>
                </a:ext>
              </a:extLst>
            </p:cNvPr>
            <p:cNvSpPr/>
            <p:nvPr userDrawn="1"/>
          </p:nvSpPr>
          <p:spPr>
            <a:xfrm>
              <a:off x="9867" y="405160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63" name="Picture Placeholder 62">
            <a:extLst>
              <a:ext uri="{FF2B5EF4-FFF2-40B4-BE49-F238E27FC236}">
                <a16:creationId xmlns:a16="http://schemas.microsoft.com/office/drawing/2014/main" id="{A461CB72-9777-50F4-94EC-91A4EE864A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4076118" cy="6096678"/>
          </a:xfrm>
          <a:custGeom>
            <a:avLst/>
            <a:gdLst>
              <a:gd name="connsiteX0" fmla="*/ 0 w 4076118"/>
              <a:gd name="connsiteY0" fmla="*/ 0 h 6096678"/>
              <a:gd name="connsiteX1" fmla="*/ 4076118 w 4076118"/>
              <a:gd name="connsiteY1" fmla="*/ 0 h 6096678"/>
              <a:gd name="connsiteX2" fmla="*/ 4076118 w 4076118"/>
              <a:gd name="connsiteY2" fmla="*/ 2038351 h 6096678"/>
              <a:gd name="connsiteX3" fmla="*/ 4076118 w 4076118"/>
              <a:gd name="connsiteY3" fmla="*/ 2048256 h 6096678"/>
              <a:gd name="connsiteX4" fmla="*/ 4076118 w 4076118"/>
              <a:gd name="connsiteY4" fmla="*/ 6096678 h 6096678"/>
              <a:gd name="connsiteX5" fmla="*/ 27696 w 4076118"/>
              <a:gd name="connsiteY5" fmla="*/ 2048256 h 6096678"/>
              <a:gd name="connsiteX6" fmla="*/ 0 w 4076118"/>
              <a:gd name="connsiteY6" fmla="*/ 2048256 h 6096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76118" h="6096678">
                <a:moveTo>
                  <a:pt x="0" y="0"/>
                </a:moveTo>
                <a:lnTo>
                  <a:pt x="4076118" y="0"/>
                </a:lnTo>
                <a:lnTo>
                  <a:pt x="4076118" y="2038351"/>
                </a:lnTo>
                <a:lnTo>
                  <a:pt x="4076118" y="2048256"/>
                </a:lnTo>
                <a:lnTo>
                  <a:pt x="4076118" y="6096678"/>
                </a:lnTo>
                <a:lnTo>
                  <a:pt x="27696" y="2048256"/>
                </a:lnTo>
                <a:lnTo>
                  <a:pt x="0" y="2048256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72356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1" y="896112"/>
            <a:ext cx="6589150" cy="1988706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EF03D4-C3B7-918C-FF43-0A9C106ACA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127476" y="-9144"/>
            <a:ext cx="4069095" cy="6867144"/>
            <a:chOff x="8127476" y="-9144"/>
            <a:chExt cx="4069095" cy="6867144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4FADCD25-4CC2-4A9A-B033-132F3DA6D2F5}"/>
                </a:ext>
              </a:extLst>
            </p:cNvPr>
            <p:cNvSpPr/>
            <p:nvPr userDrawn="1"/>
          </p:nvSpPr>
          <p:spPr>
            <a:xfrm>
              <a:off x="10162032" y="2014436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3" name="Rectangle 23">
              <a:extLst>
                <a:ext uri="{FF2B5EF4-FFF2-40B4-BE49-F238E27FC236}">
                  <a16:creationId xmlns:a16="http://schemas.microsoft.com/office/drawing/2014/main" id="{D2F68DA8-1D58-42B0-A2C9-046E92884BC1}"/>
                </a:ext>
              </a:extLst>
            </p:cNvPr>
            <p:cNvSpPr/>
            <p:nvPr userDrawn="1"/>
          </p:nvSpPr>
          <p:spPr>
            <a:xfrm rot="5400000">
              <a:off x="10160492" y="2024569"/>
              <a:ext cx="2029968" cy="2029968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DB232A4-4F4E-48E9-9E61-BE51F716635C}"/>
                </a:ext>
              </a:extLst>
            </p:cNvPr>
            <p:cNvSpPr/>
            <p:nvPr userDrawn="1"/>
          </p:nvSpPr>
          <p:spPr>
            <a:xfrm>
              <a:off x="10162032" y="0"/>
              <a:ext cx="2029968" cy="2029968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8" name="Graphic 7">
              <a:extLst>
                <a:ext uri="{FF2B5EF4-FFF2-40B4-BE49-F238E27FC236}">
                  <a16:creationId xmlns:a16="http://schemas.microsoft.com/office/drawing/2014/main" id="{4CB66576-218C-4236-B125-DD7B03A784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0162032" y="0"/>
              <a:ext cx="2029968" cy="2029968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557D1F3-8C55-47FE-B39A-86D30F8FFEA1}"/>
                </a:ext>
              </a:extLst>
            </p:cNvPr>
            <p:cNvSpPr/>
            <p:nvPr userDrawn="1"/>
          </p:nvSpPr>
          <p:spPr>
            <a:xfrm>
              <a:off x="8139364" y="-7084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F4EB6F2E-2621-4EB5-A04D-906FD08CED87}"/>
                </a:ext>
              </a:extLst>
            </p:cNvPr>
            <p:cNvSpPr/>
            <p:nvPr userDrawn="1"/>
          </p:nvSpPr>
          <p:spPr>
            <a:xfrm flipH="1">
              <a:off x="8127476" y="4807776"/>
              <a:ext cx="2032942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CC28908-2548-441C-BE9D-8728E1FC84C0}"/>
                </a:ext>
              </a:extLst>
            </p:cNvPr>
            <p:cNvSpPr/>
            <p:nvPr userDrawn="1"/>
          </p:nvSpPr>
          <p:spPr>
            <a:xfrm>
              <a:off x="10160492" y="4041539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731DC170-FB16-45F8-B62C-DCAB2B9AC31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77272" y="5079562"/>
              <a:ext cx="2019299" cy="999451"/>
            </a:xfrm>
            <a:prstGeom prst="rect">
              <a:avLst/>
            </a:prstGeom>
          </p:spPr>
        </p:pic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6529D2A7-ABB3-4E2D-88CA-F813997011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10800000">
              <a:off x="8139640" y="-9144"/>
              <a:ext cx="2029968" cy="2029968"/>
            </a:xfrm>
            <a:prstGeom prst="rect">
              <a:avLst/>
            </a:prstGeom>
          </p:spPr>
        </p:pic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CDB6750E-735F-4906-8BCA-E0BD4F029617}"/>
                </a:ext>
              </a:extLst>
            </p:cNvPr>
            <p:cNvSpPr/>
            <p:nvPr userDrawn="1"/>
          </p:nvSpPr>
          <p:spPr>
            <a:xfrm>
              <a:off x="10158984" y="6016751"/>
              <a:ext cx="2029968" cy="84124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051ECE99-ACA6-46AF-98D5-81FBD3F834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31156" y="4828032"/>
              <a:ext cx="2029968" cy="2029968"/>
            </a:xfrm>
            <a:prstGeom prst="rect">
              <a:avLst/>
            </a:prstGeom>
          </p:spPr>
        </p:pic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3A847BA4-24DF-47BE-BE28-02415C2A2D3C}"/>
                </a:ext>
              </a:extLst>
            </p:cNvPr>
            <p:cNvGrpSpPr/>
            <p:nvPr userDrawn="1"/>
          </p:nvGrpSpPr>
          <p:grpSpPr>
            <a:xfrm>
              <a:off x="8227718" y="2092719"/>
              <a:ext cx="1920240" cy="1920240"/>
              <a:chOff x="5361924" y="7472790"/>
              <a:chExt cx="1828800" cy="1828800"/>
            </a:xfrm>
          </p:grpSpPr>
          <p:grpSp>
            <p:nvGrpSpPr>
              <p:cNvPr id="41" name="Group 40">
                <a:extLst>
                  <a:ext uri="{FF2B5EF4-FFF2-40B4-BE49-F238E27FC236}">
                    <a16:creationId xmlns:a16="http://schemas.microsoft.com/office/drawing/2014/main" id="{882CC485-8A14-4767-80E8-8FB0A9991D20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E119FAB2-4AF3-4EC9-98C6-E69760D02810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E2A21525-E952-4F39-A9B2-2CA7C5B14B8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51" name="Group 50">
                      <a:extLst>
                        <a:ext uri="{FF2B5EF4-FFF2-40B4-BE49-F238E27FC236}">
                          <a16:creationId xmlns:a16="http://schemas.microsoft.com/office/drawing/2014/main" id="{53BFFD34-0142-4185-8790-1D792CB2F5DD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53" name="Group 52">
                        <a:extLst>
                          <a:ext uri="{FF2B5EF4-FFF2-40B4-BE49-F238E27FC236}">
                            <a16:creationId xmlns:a16="http://schemas.microsoft.com/office/drawing/2014/main" id="{00D3FC75-8C07-4B5B-A025-3CCC5DC458DA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55" name="Group 54">
                          <a:extLst>
                            <a:ext uri="{FF2B5EF4-FFF2-40B4-BE49-F238E27FC236}">
                              <a16:creationId xmlns:a16="http://schemas.microsoft.com/office/drawing/2014/main" id="{393D2F91-0E6A-4541-843C-1FC0CC2A024A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57" name="Group 56">
                            <a:extLst>
                              <a:ext uri="{FF2B5EF4-FFF2-40B4-BE49-F238E27FC236}">
                                <a16:creationId xmlns:a16="http://schemas.microsoft.com/office/drawing/2014/main" id="{7C9F80E2-6A88-44DC-B048-7178CAA61DA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59" name="Oval 58">
                              <a:extLst>
                                <a:ext uri="{FF2B5EF4-FFF2-40B4-BE49-F238E27FC236}">
                                  <a16:creationId xmlns:a16="http://schemas.microsoft.com/office/drawing/2014/main" id="{1D9D5420-70BE-477D-A17F-A86F19AD3FAC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60" name="Oval 59">
                              <a:extLst>
                                <a:ext uri="{FF2B5EF4-FFF2-40B4-BE49-F238E27FC236}">
                                  <a16:creationId xmlns:a16="http://schemas.microsoft.com/office/drawing/2014/main" id="{0BBACECF-9AE7-40B5-90D0-AE2CF1FBE0BD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58" name="Oval 57">
                            <a:extLst>
                              <a:ext uri="{FF2B5EF4-FFF2-40B4-BE49-F238E27FC236}">
                                <a16:creationId xmlns:a16="http://schemas.microsoft.com/office/drawing/2014/main" id="{1A76BEA0-888E-41CD-9B30-B128A39F781E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56" name="Oval 55">
                          <a:extLst>
                            <a:ext uri="{FF2B5EF4-FFF2-40B4-BE49-F238E27FC236}">
                              <a16:creationId xmlns:a16="http://schemas.microsoft.com/office/drawing/2014/main" id="{2EA36045-2F1D-402B-A951-B9957D5C145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54" name="Oval 53">
                        <a:extLst>
                          <a:ext uri="{FF2B5EF4-FFF2-40B4-BE49-F238E27FC236}">
                            <a16:creationId xmlns:a16="http://schemas.microsoft.com/office/drawing/2014/main" id="{AAF58CB3-363E-4156-8148-52E0B9CB634A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52" name="Oval 51">
                      <a:extLst>
                        <a:ext uri="{FF2B5EF4-FFF2-40B4-BE49-F238E27FC236}">
                          <a16:creationId xmlns:a16="http://schemas.microsoft.com/office/drawing/2014/main" id="{BDC4E05B-A602-483A-B19B-B907358D4629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50" name="Oval 49">
                    <a:extLst>
                      <a:ext uri="{FF2B5EF4-FFF2-40B4-BE49-F238E27FC236}">
                        <a16:creationId xmlns:a16="http://schemas.microsoft.com/office/drawing/2014/main" id="{55AC54D8-2C27-49A7-B1CE-C865E629499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44" name="Oval 43">
                  <a:extLst>
                    <a:ext uri="{FF2B5EF4-FFF2-40B4-BE49-F238E27FC236}">
                      <a16:creationId xmlns:a16="http://schemas.microsoft.com/office/drawing/2014/main" id="{C9753262-9BA1-4716-B4B5-AAFE232A72A2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5" name="Oval 44">
                  <a:extLst>
                    <a:ext uri="{FF2B5EF4-FFF2-40B4-BE49-F238E27FC236}">
                      <a16:creationId xmlns:a16="http://schemas.microsoft.com/office/drawing/2014/main" id="{5B2AD932-98DF-4DA1-B19E-E38A4DD270F0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6" name="Oval 45">
                  <a:extLst>
                    <a:ext uri="{FF2B5EF4-FFF2-40B4-BE49-F238E27FC236}">
                      <a16:creationId xmlns:a16="http://schemas.microsoft.com/office/drawing/2014/main" id="{DE13C879-BB42-4F2C-9413-A1322DE58809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7" name="Oval 46">
                  <a:extLst>
                    <a:ext uri="{FF2B5EF4-FFF2-40B4-BE49-F238E27FC236}">
                      <a16:creationId xmlns:a16="http://schemas.microsoft.com/office/drawing/2014/main" id="{28B4D2F2-9DD5-4B23-A2F2-7DBEE9E61F6C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48" name="Oval 47">
                  <a:extLst>
                    <a:ext uri="{FF2B5EF4-FFF2-40B4-BE49-F238E27FC236}">
                      <a16:creationId xmlns:a16="http://schemas.microsoft.com/office/drawing/2014/main" id="{C1A2F663-A8A7-4337-9C39-489B4C457111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1609761D-150A-4DE0-9604-CC3953C108D0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D1189D1C-85ED-4EF1-A384-7C4590ED50FD}"/>
                </a:ext>
              </a:extLst>
            </p:cNvPr>
            <p:cNvSpPr/>
            <p:nvPr userDrawn="1"/>
          </p:nvSpPr>
          <p:spPr>
            <a:xfrm>
              <a:off x="8138160" y="4045868"/>
              <a:ext cx="2029968" cy="82296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445306C5-E470-4A93-9C9F-5D066F760D16}"/>
                </a:ext>
              </a:extLst>
            </p:cNvPr>
            <p:cNvSpPr/>
            <p:nvPr userDrawn="1"/>
          </p:nvSpPr>
          <p:spPr>
            <a:xfrm>
              <a:off x="8138160" y="2029968"/>
              <a:ext cx="1014984" cy="201168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B31C374B-40F2-4B1E-A9D8-6E5C932FF170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8138160" y="2012062"/>
              <a:ext cx="3044952" cy="70"/>
            </a:xfrm>
            <a:prstGeom prst="line">
              <a:avLst/>
            </a:prstGeom>
            <a:ln w="381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Oval 63">
              <a:extLst>
                <a:ext uri="{FF2B5EF4-FFF2-40B4-BE49-F238E27FC236}">
                  <a16:creationId xmlns:a16="http://schemas.microsoft.com/office/drawing/2014/main" id="{1C668341-39BE-4448-B29D-2594AE6D75C2}"/>
                </a:ext>
              </a:extLst>
            </p:cNvPr>
            <p:cNvSpPr/>
            <p:nvPr userDrawn="1"/>
          </p:nvSpPr>
          <p:spPr>
            <a:xfrm>
              <a:off x="11055096" y="1874902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Date Placeholder 3">
            <a:extLst>
              <a:ext uri="{FF2B5EF4-FFF2-40B4-BE49-F238E27FC236}">
                <a16:creationId xmlns:a16="http://schemas.microsoft.com/office/drawing/2014/main" id="{56895315-7883-40AA-AB6E-E7F8B77E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1295" y="6355080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8" name="Footer Placeholder 4">
            <a:extLst>
              <a:ext uri="{FF2B5EF4-FFF2-40B4-BE49-F238E27FC236}">
                <a16:creationId xmlns:a16="http://schemas.microsoft.com/office/drawing/2014/main" id="{0000A4E2-8200-4049-B783-2C99FBDBAE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99886" y="635508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9" name="Slide Number Placeholder 5">
            <a:extLst>
              <a:ext uri="{FF2B5EF4-FFF2-40B4-BE49-F238E27FC236}">
                <a16:creationId xmlns:a16="http://schemas.microsoft.com/office/drawing/2014/main" id="{179E1CD1-EB8F-4E56-ADD5-06293A7A2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3BB414F1-8F08-3A3B-45E3-9F44595164A1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62001" y="3058886"/>
            <a:ext cx="6597372" cy="3296194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ts val="2000"/>
              </a:lnSpc>
              <a:defRPr sz="1800">
                <a:solidFill>
                  <a:schemeClr val="bg1"/>
                </a:solidFill>
              </a:defRPr>
            </a:lvl2pPr>
            <a:lvl3pPr marL="914400">
              <a:lnSpc>
                <a:spcPts val="2000"/>
              </a:lnSpc>
              <a:defRPr sz="1800">
                <a:solidFill>
                  <a:schemeClr val="bg1"/>
                </a:solidFill>
              </a:defRPr>
            </a:lvl3pPr>
            <a:lvl4pPr marL="1371600">
              <a:lnSpc>
                <a:spcPts val="2000"/>
              </a:lnSpc>
              <a:defRPr sz="1800">
                <a:solidFill>
                  <a:schemeClr val="bg1"/>
                </a:solidFill>
              </a:defRPr>
            </a:lvl4pPr>
            <a:lvl5pPr marL="1828800">
              <a:lnSpc>
                <a:spcPts val="2000"/>
              </a:lnSpc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06960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  <p15:guide id="4" pos="576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9F09F422-89F7-BDA7-7801-F364BA5D9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3045" y="-4303"/>
            <a:ext cx="7252590" cy="6862680"/>
            <a:chOff x="-3045" y="-4303"/>
            <a:chExt cx="7252590" cy="6862680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29CA98-D89C-4A69-9A55-8D6C17DCDDF0}"/>
                </a:ext>
              </a:extLst>
            </p:cNvPr>
            <p:cNvSpPr/>
            <p:nvPr userDrawn="1"/>
          </p:nvSpPr>
          <p:spPr>
            <a:xfrm>
              <a:off x="-1146" y="4775407"/>
              <a:ext cx="2029968" cy="2077527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12C5F573-21FC-4A6F-B46F-5583E20C994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-3045" y="-4303"/>
              <a:ext cx="2029968" cy="2029968"/>
            </a:xfrm>
            <a:prstGeom prst="rect">
              <a:avLst/>
            </a:prstGeom>
          </p:spPr>
        </p:pic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A65556A-38A5-4BA5-9A40-33F02F960B1E}"/>
                </a:ext>
              </a:extLst>
            </p:cNvPr>
            <p:cNvSpPr/>
            <p:nvPr userDrawn="1"/>
          </p:nvSpPr>
          <p:spPr>
            <a:xfrm>
              <a:off x="3757" y="2033993"/>
              <a:ext cx="2029968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37900790-71B8-45C8-9B6D-07E23CEA7632}"/>
                </a:ext>
              </a:extLst>
            </p:cNvPr>
            <p:cNvSpPr/>
            <p:nvPr userDrawn="1"/>
          </p:nvSpPr>
          <p:spPr>
            <a:xfrm>
              <a:off x="-218" y="4059798"/>
              <a:ext cx="2029968" cy="759567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8AC969-4FA2-44AD-A273-2A0B7839749F}"/>
                </a:ext>
              </a:extLst>
            </p:cNvPr>
            <p:cNvSpPr/>
            <p:nvPr userDrawn="1"/>
          </p:nvSpPr>
          <p:spPr>
            <a:xfrm>
              <a:off x="4071442" y="4058828"/>
              <a:ext cx="3178103" cy="2799549"/>
            </a:xfrm>
            <a:custGeom>
              <a:avLst/>
              <a:gdLst>
                <a:gd name="connsiteX0" fmla="*/ 0 w 2029968"/>
                <a:gd name="connsiteY0" fmla="*/ 0 h 2029968"/>
                <a:gd name="connsiteX1" fmla="*/ 2029968 w 2029968"/>
                <a:gd name="connsiteY1" fmla="*/ 0 h 2029968"/>
                <a:gd name="connsiteX2" fmla="*/ 2029968 w 2029968"/>
                <a:gd name="connsiteY2" fmla="*/ 2029968 h 2029968"/>
                <a:gd name="connsiteX3" fmla="*/ 0 w 2029968"/>
                <a:gd name="connsiteY3" fmla="*/ 2029968 h 2029968"/>
                <a:gd name="connsiteX4" fmla="*/ 0 w 2029968"/>
                <a:gd name="connsiteY4" fmla="*/ 0 h 2029968"/>
                <a:gd name="connsiteX0" fmla="*/ 0 w 2029968"/>
                <a:gd name="connsiteY0" fmla="*/ 0 h 2029968"/>
                <a:gd name="connsiteX1" fmla="*/ 2029968 w 2029968"/>
                <a:gd name="connsiteY1" fmla="*/ 2029968 h 2029968"/>
                <a:gd name="connsiteX2" fmla="*/ 0 w 2029968"/>
                <a:gd name="connsiteY2" fmla="*/ 2029968 h 2029968"/>
                <a:gd name="connsiteX3" fmla="*/ 0 w 2029968"/>
                <a:gd name="connsiteY3" fmla="*/ 0 h 2029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9968" h="2029968">
                  <a:moveTo>
                    <a:pt x="0" y="0"/>
                  </a:moveTo>
                  <a:lnTo>
                    <a:pt x="2029968" y="2029968"/>
                  </a:lnTo>
                  <a:lnTo>
                    <a:pt x="0" y="20299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91CB31D0-C621-4EF7-AE25-5C3BCD5882C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2038053" y="2029625"/>
              <a:ext cx="2029878" cy="2023760"/>
            </a:xfrm>
            <a:prstGeom prst="rect">
              <a:avLst/>
            </a:prstGeom>
          </p:spPr>
        </p:pic>
        <p:pic>
          <p:nvPicPr>
            <p:cNvPr id="69" name="Graphic 68">
              <a:extLst>
                <a:ext uri="{FF2B5EF4-FFF2-40B4-BE49-F238E27FC236}">
                  <a16:creationId xmlns:a16="http://schemas.microsoft.com/office/drawing/2014/main" id="{B2CC2F02-F98F-4E69-AA01-CCF96A602E1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2034034" y="4055808"/>
              <a:ext cx="2029968" cy="2029968"/>
            </a:xfrm>
            <a:prstGeom prst="rect">
              <a:avLst/>
            </a:prstGeom>
          </p:spPr>
        </p:pic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FE05B395-CB62-452B-A84F-936AD8EDDA92}"/>
                </a:ext>
              </a:extLst>
            </p:cNvPr>
            <p:cNvSpPr/>
            <p:nvPr userDrawn="1"/>
          </p:nvSpPr>
          <p:spPr>
            <a:xfrm>
              <a:off x="2028568" y="4060579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73" name="Graphic 72">
              <a:extLst>
                <a:ext uri="{FF2B5EF4-FFF2-40B4-BE49-F238E27FC236}">
                  <a16:creationId xmlns:a16="http://schemas.microsoft.com/office/drawing/2014/main" id="{2622C30D-68C5-43FD-997F-CFD4DD72E16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2043950" y="4059923"/>
              <a:ext cx="2029968" cy="2029968"/>
            </a:xfrm>
            <a:prstGeom prst="rect">
              <a:avLst/>
            </a:prstGeom>
          </p:spPr>
        </p:pic>
        <p:pic>
          <p:nvPicPr>
            <p:cNvPr id="35" name="Picture 34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AC3CDBDC-6EB4-4B7D-A9F6-4CFA748349B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0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06" y="3062893"/>
              <a:ext cx="2019299" cy="999451"/>
            </a:xfrm>
            <a:prstGeom prst="rect">
              <a:avLst/>
            </a:prstGeom>
          </p:spPr>
        </p:pic>
        <p:grpSp>
          <p:nvGrpSpPr>
            <p:cNvPr id="162" name="Group 161">
              <a:extLst>
                <a:ext uri="{FF2B5EF4-FFF2-40B4-BE49-F238E27FC236}">
                  <a16:creationId xmlns:a16="http://schemas.microsoft.com/office/drawing/2014/main" id="{34457344-691C-417A-9C29-5AD8ABC43E5A}"/>
                </a:ext>
              </a:extLst>
            </p:cNvPr>
            <p:cNvGrpSpPr/>
            <p:nvPr userDrawn="1"/>
          </p:nvGrpSpPr>
          <p:grpSpPr>
            <a:xfrm>
              <a:off x="4433" y="4836676"/>
              <a:ext cx="1965960" cy="1965960"/>
              <a:chOff x="5361924" y="7472790"/>
              <a:chExt cx="1828800" cy="1828800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68DDC918-5A9B-4D14-98A4-9002D8520FD4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2366D07F-988F-459E-BBD3-15126F92902E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173" name="Group 172">
                    <a:extLst>
                      <a:ext uri="{FF2B5EF4-FFF2-40B4-BE49-F238E27FC236}">
                        <a16:creationId xmlns:a16="http://schemas.microsoft.com/office/drawing/2014/main" id="{6CCACE8C-699F-4B10-BA84-94167BA05CC5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176" name="Group 175">
                      <a:extLst>
                        <a:ext uri="{FF2B5EF4-FFF2-40B4-BE49-F238E27FC236}">
                          <a16:creationId xmlns:a16="http://schemas.microsoft.com/office/drawing/2014/main" id="{59F49E32-0B71-4676-8012-BA971DA2100F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178" name="Group 177">
                        <a:extLst>
                          <a:ext uri="{FF2B5EF4-FFF2-40B4-BE49-F238E27FC236}">
                            <a16:creationId xmlns:a16="http://schemas.microsoft.com/office/drawing/2014/main" id="{DF41FA5A-1504-4DC4-B514-00C377423E7C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180" name="Group 179">
                          <a:extLst>
                            <a:ext uri="{FF2B5EF4-FFF2-40B4-BE49-F238E27FC236}">
                              <a16:creationId xmlns:a16="http://schemas.microsoft.com/office/drawing/2014/main" id="{68B4610A-A91F-459F-A9C5-9FC624665516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182" name="Group 181">
                            <a:extLst>
                              <a:ext uri="{FF2B5EF4-FFF2-40B4-BE49-F238E27FC236}">
                                <a16:creationId xmlns:a16="http://schemas.microsoft.com/office/drawing/2014/main" id="{D794F6E3-A9E3-42A9-93AA-7B9E20AD922D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184" name="Oval 183">
                              <a:extLst>
                                <a:ext uri="{FF2B5EF4-FFF2-40B4-BE49-F238E27FC236}">
                                  <a16:creationId xmlns:a16="http://schemas.microsoft.com/office/drawing/2014/main" id="{90B634B0-4792-4A28-B92A-ACA35F17767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185" name="Oval 184">
                              <a:extLst>
                                <a:ext uri="{FF2B5EF4-FFF2-40B4-BE49-F238E27FC236}">
                                  <a16:creationId xmlns:a16="http://schemas.microsoft.com/office/drawing/2014/main" id="{1B466310-2C61-42F1-81EB-2B5BF01B2267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6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183" name="Oval 182">
                            <a:extLst>
                              <a:ext uri="{FF2B5EF4-FFF2-40B4-BE49-F238E27FC236}">
                                <a16:creationId xmlns:a16="http://schemas.microsoft.com/office/drawing/2014/main" id="{53A72A9A-79AE-4A89-8938-7A85E2248DE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6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181" name="Oval 180">
                          <a:extLst>
                            <a:ext uri="{FF2B5EF4-FFF2-40B4-BE49-F238E27FC236}">
                              <a16:creationId xmlns:a16="http://schemas.microsoft.com/office/drawing/2014/main" id="{02618DCD-5B83-4412-9D1A-968C246DCAC1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179" name="Oval 178">
                        <a:extLst>
                          <a:ext uri="{FF2B5EF4-FFF2-40B4-BE49-F238E27FC236}">
                            <a16:creationId xmlns:a16="http://schemas.microsoft.com/office/drawing/2014/main" id="{29B173F9-A6EA-4B31-B4C6-3C8DE08F2F11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6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177" name="Oval 176">
                      <a:extLst>
                        <a:ext uri="{FF2B5EF4-FFF2-40B4-BE49-F238E27FC236}">
                          <a16:creationId xmlns:a16="http://schemas.microsoft.com/office/drawing/2014/main" id="{466DB0E2-4B80-4A09-8BCA-9432E1E1DAE3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174" name="Oval 173">
                    <a:extLst>
                      <a:ext uri="{FF2B5EF4-FFF2-40B4-BE49-F238E27FC236}">
                        <a16:creationId xmlns:a16="http://schemas.microsoft.com/office/drawing/2014/main" id="{20D2F087-D77F-4913-922E-014FB9DEE63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6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DD44EC19-A244-4489-9CB8-0361CFBFD02F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C5C029E7-6D6D-4D14-8D8E-E407011AF097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4A74D8A7-ACD3-40A3-918D-46DF99BF9F3E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1" name="Oval 170">
                  <a:extLst>
                    <a:ext uri="{FF2B5EF4-FFF2-40B4-BE49-F238E27FC236}">
                      <a16:creationId xmlns:a16="http://schemas.microsoft.com/office/drawing/2014/main" id="{9C994ED9-5124-452B-986B-4782056BCFB3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8ADCBFB4-9F0A-40FB-A585-2728254E0A7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64" name="Oval 163">
                <a:extLst>
                  <a:ext uri="{FF2B5EF4-FFF2-40B4-BE49-F238E27FC236}">
                    <a16:creationId xmlns:a16="http://schemas.microsoft.com/office/drawing/2014/main" id="{42E049E2-81A6-45F8-BA9F-DEA21400B1AD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75F20D6C-6085-4D3F-9186-6895908C97B9}"/>
                </a:ext>
              </a:extLst>
            </p:cNvPr>
            <p:cNvSpPr/>
            <p:nvPr userDrawn="1"/>
          </p:nvSpPr>
          <p:spPr>
            <a:xfrm rot="16200000">
              <a:off x="506891" y="5335524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BC56BE23-DE49-4D55-A6A0-DFE2A870120D}"/>
                </a:ext>
              </a:extLst>
            </p:cNvPr>
            <p:cNvSpPr/>
            <p:nvPr userDrawn="1"/>
          </p:nvSpPr>
          <p:spPr>
            <a:xfrm>
              <a:off x="2028658" y="6089528"/>
              <a:ext cx="2049251" cy="76847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BCF3BD55-FF25-4CA9-8016-81AEB8AA43E8}"/>
                </a:ext>
              </a:extLst>
            </p:cNvPr>
            <p:cNvSpPr/>
            <p:nvPr userDrawn="1"/>
          </p:nvSpPr>
          <p:spPr>
            <a:xfrm>
              <a:off x="3838078" y="1859479"/>
              <a:ext cx="274320" cy="27432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DE09EA6C-7AC2-47BE-95B8-4D3412867BA5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1990665"/>
              <a:ext cx="4023360" cy="33894"/>
            </a:xfrm>
            <a:prstGeom prst="line">
              <a:avLst/>
            </a:prstGeom>
            <a:ln w="508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74771" y="576943"/>
            <a:ext cx="6449786" cy="2785508"/>
          </a:xfrm>
        </p:spPr>
        <p:txBody>
          <a:bodyPr anchor="b">
            <a:normAutofit/>
          </a:bodyPr>
          <a:lstStyle>
            <a:lvl1pPr algn="l">
              <a:defRPr sz="48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00591F-8CE8-B626-C81A-6C960B2BAE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974772" y="3373686"/>
            <a:ext cx="6449785" cy="1029586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92" name="Date Placeholder 3">
            <a:extLst>
              <a:ext uri="{FF2B5EF4-FFF2-40B4-BE49-F238E27FC236}">
                <a16:creationId xmlns:a16="http://schemas.microsoft.com/office/drawing/2014/main" id="{2837477B-3D20-4982-86AF-91100FE408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519821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193" name="Footer Placeholder 4">
            <a:extLst>
              <a:ext uri="{FF2B5EF4-FFF2-40B4-BE49-F238E27FC236}">
                <a16:creationId xmlns:a16="http://schemas.microsoft.com/office/drawing/2014/main" id="{B6E38A1E-AF37-4A09-9B69-65397A079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727198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194" name="Slide Number Placeholder 5">
            <a:extLst>
              <a:ext uri="{FF2B5EF4-FFF2-40B4-BE49-F238E27FC236}">
                <a16:creationId xmlns:a16="http://schemas.microsoft.com/office/drawing/2014/main" id="{FB77B535-C760-4E32-8A7E-BF9AD08B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2847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705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56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736" y="896112"/>
            <a:ext cx="9389288" cy="1362456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8DF45F-9FEA-47BE-AC15-52BE148E1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1239499" y="0"/>
            <a:ext cx="1015984" cy="6858000"/>
            <a:chOff x="11239499" y="0"/>
            <a:chExt cx="1015984" cy="6858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C51E8B0-FB58-4BB5-9CDA-4A1B4DBC5E90}"/>
                </a:ext>
              </a:extLst>
            </p:cNvPr>
            <p:cNvSpPr/>
            <p:nvPr userDrawn="1"/>
          </p:nvSpPr>
          <p:spPr>
            <a:xfrm>
              <a:off x="11240499" y="4828032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48A0B2-480B-4F04-B7B5-67A328B174D1}"/>
                </a:ext>
              </a:extLst>
            </p:cNvPr>
            <p:cNvSpPr/>
            <p:nvPr userDrawn="1"/>
          </p:nvSpPr>
          <p:spPr>
            <a:xfrm>
              <a:off x="11240499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60A19E0-B2DF-4E35-AD7A-80B5C429C6C1}"/>
                </a:ext>
              </a:extLst>
            </p:cNvPr>
            <p:cNvSpPr/>
            <p:nvPr userDrawn="1"/>
          </p:nvSpPr>
          <p:spPr>
            <a:xfrm>
              <a:off x="11240499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2" name="Picture 11" descr="A black and white striped pattern&#10;&#10;Description automatically generated with low confidence">
              <a:extLst>
                <a:ext uri="{FF2B5EF4-FFF2-40B4-BE49-F238E27FC236}">
                  <a16:creationId xmlns:a16="http://schemas.microsoft.com/office/drawing/2014/main" id="{9C1C8F39-77F2-4753-A57A-2FD46715F2A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0777681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A6AF7B2-2B49-4313-AA4E-3FD77CF46A04}"/>
                </a:ext>
              </a:extLst>
            </p:cNvPr>
            <p:cNvSpPr/>
            <p:nvPr userDrawn="1"/>
          </p:nvSpPr>
          <p:spPr>
            <a:xfrm>
              <a:off x="11240499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E9AA5A01-9E59-4C92-9634-32DB51F9182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 rot="16200000">
              <a:off x="10880040" y="5394960"/>
              <a:ext cx="1828800" cy="914400"/>
            </a:xfrm>
            <a:prstGeom prst="rect">
              <a:avLst/>
            </a:prstGeom>
          </p:spPr>
        </p:pic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D3A8643-F793-41FD-AA08-DC814719C40C}"/>
                </a:ext>
              </a:extLst>
            </p:cNvPr>
            <p:cNvSpPr/>
            <p:nvPr userDrawn="1"/>
          </p:nvSpPr>
          <p:spPr>
            <a:xfrm>
              <a:off x="11250235" y="4949368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F50D01F0-AD27-490F-8044-37B2D9E233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 rot="5400000">
              <a:off x="10793035" y="3391083"/>
              <a:ext cx="1828800" cy="914400"/>
            </a:xfrm>
            <a:prstGeom prst="rect">
              <a:avLst/>
            </a:prstGeom>
          </p:spPr>
        </p:pic>
      </p:grpSp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417A4AF6-C906-4001-BDD2-33E1163185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71735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33" name="Footer Placeholder 4">
            <a:extLst>
              <a:ext uri="{FF2B5EF4-FFF2-40B4-BE49-F238E27FC236}">
                <a16:creationId xmlns:a16="http://schemas.microsoft.com/office/drawing/2014/main" id="{5D94E674-98A0-4C77-80E5-084E3946B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448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36214990-C58C-4D62-9381-40A242460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35D7B7-20E9-ADCF-4417-B443AF3112F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71734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D4468C5-0B68-8408-80C5-F8681CA98918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5645989" y="2590800"/>
            <a:ext cx="4515035" cy="3505200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Font typeface="Arial" panose="020B0604020202020204" pitchFamily="34" charset="0"/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88813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raphic 25">
            <a:extLst>
              <a:ext uri="{FF2B5EF4-FFF2-40B4-BE49-F238E27FC236}">
                <a16:creationId xmlns:a16="http://schemas.microsoft.com/office/drawing/2014/main" id="{E1BC9BFE-80C0-4DA9-92DB-070C41E412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8097646">
            <a:off x="403102" y="-983359"/>
            <a:ext cx="2029968" cy="2029968"/>
          </a:xfrm>
          <a:prstGeom prst="rect">
            <a:avLst/>
          </a:prstGeom>
        </p:spPr>
      </p:pic>
      <p:sp>
        <p:nvSpPr>
          <p:cNvPr id="8" name="Rectangle 23">
            <a:extLst>
              <a:ext uri="{FF2B5EF4-FFF2-40B4-BE49-F238E27FC236}">
                <a16:creationId xmlns:a16="http://schemas.microsoft.com/office/drawing/2014/main" id="{F5ED01E4-35BF-4165-86B2-E3BDFD91D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3508190">
            <a:off x="-1025089" y="458228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7E6DD28-C71B-4484-973A-D12A277300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8902533">
            <a:off x="407892" y="1900474"/>
            <a:ext cx="2029968" cy="2029968"/>
          </a:xfrm>
          <a:prstGeom prst="rect">
            <a:avLst/>
          </a:prstGeom>
        </p:spPr>
      </p:pic>
      <p:sp>
        <p:nvSpPr>
          <p:cNvPr id="11" name="Rectangle 23">
            <a:extLst>
              <a:ext uri="{FF2B5EF4-FFF2-40B4-BE49-F238E27FC236}">
                <a16:creationId xmlns:a16="http://schemas.microsoft.com/office/drawing/2014/main" id="{AB403917-256D-4254-A12F-F8BD19470C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8900000">
            <a:off x="413443" y="1923515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EB06A536-5FCB-4761-9EFF-D54BE44B1F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08786">
            <a:off x="-1021285" y="3355869"/>
            <a:ext cx="2029968" cy="2029968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3B73C61F-3D48-4791-8280-D98D2C01E0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13489227">
            <a:off x="1859807" y="3357927"/>
            <a:ext cx="2029968" cy="2029968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94213EEF-F759-4045-9F53-49C1B4ECED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7411" y="5806395"/>
            <a:ext cx="2870810" cy="1000774"/>
            <a:chOff x="-13699" y="5839164"/>
            <a:chExt cx="2862790" cy="1000774"/>
          </a:xfrm>
        </p:grpSpPr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2EA4D38A-6ACD-4296-B454-E5BD7EAC7990}"/>
                </a:ext>
              </a:extLst>
            </p:cNvPr>
            <p:cNvSpPr/>
            <p:nvPr userDrawn="1"/>
          </p:nvSpPr>
          <p:spPr>
            <a:xfrm>
              <a:off x="-13699" y="5839164"/>
              <a:ext cx="2862790" cy="28868"/>
            </a:xfrm>
            <a:custGeom>
              <a:avLst/>
              <a:gdLst>
                <a:gd name="connsiteX0" fmla="*/ 0 w 2862790"/>
                <a:gd name="connsiteY0" fmla="*/ 0 h 28868"/>
                <a:gd name="connsiteX1" fmla="*/ 2862790 w 2862790"/>
                <a:gd name="connsiteY1" fmla="*/ 0 h 28868"/>
                <a:gd name="connsiteX2" fmla="*/ 2833921 w 2862790"/>
                <a:gd name="connsiteY2" fmla="*/ 28868 h 28868"/>
                <a:gd name="connsiteX3" fmla="*/ 28868 w 2862790"/>
                <a:gd name="connsiteY3" fmla="*/ 28868 h 28868"/>
                <a:gd name="connsiteX4" fmla="*/ 0 w 286279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62790" h="28868">
                  <a:moveTo>
                    <a:pt x="0" y="0"/>
                  </a:moveTo>
                  <a:lnTo>
                    <a:pt x="2862790" y="0"/>
                  </a:lnTo>
                  <a:lnTo>
                    <a:pt x="2833921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4E32D04-F635-443B-B642-A509F0473CB5}"/>
                </a:ext>
              </a:extLst>
            </p:cNvPr>
            <p:cNvSpPr/>
            <p:nvPr userDrawn="1"/>
          </p:nvSpPr>
          <p:spPr>
            <a:xfrm>
              <a:off x="47246" y="5900109"/>
              <a:ext cx="2740900" cy="28868"/>
            </a:xfrm>
            <a:custGeom>
              <a:avLst/>
              <a:gdLst>
                <a:gd name="connsiteX0" fmla="*/ 0 w 2740900"/>
                <a:gd name="connsiteY0" fmla="*/ 0 h 28868"/>
                <a:gd name="connsiteX1" fmla="*/ 2740900 w 2740900"/>
                <a:gd name="connsiteY1" fmla="*/ 0 h 28868"/>
                <a:gd name="connsiteX2" fmla="*/ 2712032 w 2740900"/>
                <a:gd name="connsiteY2" fmla="*/ 28868 h 28868"/>
                <a:gd name="connsiteX3" fmla="*/ 28868 w 2740900"/>
                <a:gd name="connsiteY3" fmla="*/ 28868 h 28868"/>
                <a:gd name="connsiteX4" fmla="*/ 0 w 2740900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740900" h="28868">
                  <a:moveTo>
                    <a:pt x="0" y="0"/>
                  </a:moveTo>
                  <a:lnTo>
                    <a:pt x="2740900" y="0"/>
                  </a:lnTo>
                  <a:lnTo>
                    <a:pt x="2712032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C95F7659-0C0B-4798-8392-E6B36B62DEA4}"/>
                </a:ext>
              </a:extLst>
            </p:cNvPr>
            <p:cNvSpPr/>
            <p:nvPr userDrawn="1"/>
          </p:nvSpPr>
          <p:spPr>
            <a:xfrm>
              <a:off x="108992" y="5960251"/>
              <a:ext cx="2619012" cy="29671"/>
            </a:xfrm>
            <a:custGeom>
              <a:avLst/>
              <a:gdLst>
                <a:gd name="connsiteX0" fmla="*/ 0 w 2619012"/>
                <a:gd name="connsiteY0" fmla="*/ 0 h 29671"/>
                <a:gd name="connsiteX1" fmla="*/ 2619012 w 2619012"/>
                <a:gd name="connsiteY1" fmla="*/ 0 h 29671"/>
                <a:gd name="connsiteX2" fmla="*/ 2590143 w 2619012"/>
                <a:gd name="connsiteY2" fmla="*/ 28868 h 29671"/>
                <a:gd name="connsiteX3" fmla="*/ 28067 w 2619012"/>
                <a:gd name="connsiteY3" fmla="*/ 29671 h 29671"/>
                <a:gd name="connsiteX4" fmla="*/ 28869 w 2619012"/>
                <a:gd name="connsiteY4" fmla="*/ 28869 h 29671"/>
                <a:gd name="connsiteX5" fmla="*/ 0 w 2619012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619012" h="29671">
                  <a:moveTo>
                    <a:pt x="0" y="0"/>
                  </a:moveTo>
                  <a:lnTo>
                    <a:pt x="2619012" y="0"/>
                  </a:lnTo>
                  <a:lnTo>
                    <a:pt x="2590143" y="28868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ABB69ABA-A9D2-4649-A1AB-E12AA2D2C8E7}"/>
                </a:ext>
              </a:extLst>
            </p:cNvPr>
            <p:cNvSpPr/>
            <p:nvPr userDrawn="1"/>
          </p:nvSpPr>
          <p:spPr>
            <a:xfrm>
              <a:off x="169937" y="6021196"/>
              <a:ext cx="2497122" cy="29670"/>
            </a:xfrm>
            <a:custGeom>
              <a:avLst/>
              <a:gdLst>
                <a:gd name="connsiteX0" fmla="*/ 0 w 2497122"/>
                <a:gd name="connsiteY0" fmla="*/ 0 h 29670"/>
                <a:gd name="connsiteX1" fmla="*/ 2497122 w 2497122"/>
                <a:gd name="connsiteY1" fmla="*/ 0 h 29670"/>
                <a:gd name="connsiteX2" fmla="*/ 2468254 w 2497122"/>
                <a:gd name="connsiteY2" fmla="*/ 28868 h 29670"/>
                <a:gd name="connsiteX3" fmla="*/ 28066 w 2497122"/>
                <a:gd name="connsiteY3" fmla="*/ 29670 h 29670"/>
                <a:gd name="connsiteX4" fmla="*/ 28868 w 2497122"/>
                <a:gd name="connsiteY4" fmla="*/ 28868 h 29670"/>
                <a:gd name="connsiteX5" fmla="*/ 0 w 2497122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497122" h="29670">
                  <a:moveTo>
                    <a:pt x="0" y="0"/>
                  </a:moveTo>
                  <a:lnTo>
                    <a:pt x="2497122" y="0"/>
                  </a:lnTo>
                  <a:lnTo>
                    <a:pt x="2468254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B88CE23-E34F-470C-8C56-46C08322365F}"/>
                </a:ext>
              </a:extLst>
            </p:cNvPr>
            <p:cNvSpPr/>
            <p:nvPr userDrawn="1"/>
          </p:nvSpPr>
          <p:spPr>
            <a:xfrm>
              <a:off x="229279" y="6082140"/>
              <a:ext cx="2376837" cy="28869"/>
            </a:xfrm>
            <a:custGeom>
              <a:avLst/>
              <a:gdLst>
                <a:gd name="connsiteX0" fmla="*/ 0 w 2376837"/>
                <a:gd name="connsiteY0" fmla="*/ 0 h 28869"/>
                <a:gd name="connsiteX1" fmla="*/ 2376837 w 2376837"/>
                <a:gd name="connsiteY1" fmla="*/ 0 h 28869"/>
                <a:gd name="connsiteX2" fmla="*/ 2347968 w 2376837"/>
                <a:gd name="connsiteY2" fmla="*/ 28868 h 28869"/>
                <a:gd name="connsiteX3" fmla="*/ 28868 w 2376837"/>
                <a:gd name="connsiteY3" fmla="*/ 28869 h 28869"/>
                <a:gd name="connsiteX4" fmla="*/ 0 w 2376837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76837" h="28869">
                  <a:moveTo>
                    <a:pt x="0" y="0"/>
                  </a:moveTo>
                  <a:lnTo>
                    <a:pt x="2376837" y="0"/>
                  </a:lnTo>
                  <a:lnTo>
                    <a:pt x="2347968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75BCEDE2-961E-42E0-AF9C-3D070C974007}"/>
                </a:ext>
              </a:extLst>
            </p:cNvPr>
            <p:cNvSpPr/>
            <p:nvPr userDrawn="1"/>
          </p:nvSpPr>
          <p:spPr>
            <a:xfrm>
              <a:off x="290222" y="6143085"/>
              <a:ext cx="2254948" cy="28868"/>
            </a:xfrm>
            <a:custGeom>
              <a:avLst/>
              <a:gdLst>
                <a:gd name="connsiteX0" fmla="*/ 0 w 2254948"/>
                <a:gd name="connsiteY0" fmla="*/ 0 h 28868"/>
                <a:gd name="connsiteX1" fmla="*/ 2254948 w 2254948"/>
                <a:gd name="connsiteY1" fmla="*/ 0 h 28868"/>
                <a:gd name="connsiteX2" fmla="*/ 2226080 w 2254948"/>
                <a:gd name="connsiteY2" fmla="*/ 28868 h 28868"/>
                <a:gd name="connsiteX3" fmla="*/ 28868 w 2254948"/>
                <a:gd name="connsiteY3" fmla="*/ 28868 h 28868"/>
                <a:gd name="connsiteX4" fmla="*/ 0 w 2254948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54948" h="28868">
                  <a:moveTo>
                    <a:pt x="0" y="0"/>
                  </a:moveTo>
                  <a:lnTo>
                    <a:pt x="2254948" y="0"/>
                  </a:lnTo>
                  <a:lnTo>
                    <a:pt x="2226080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FB930397-7A2A-4C50-9EC9-7E3107D065D2}"/>
                </a:ext>
              </a:extLst>
            </p:cNvPr>
            <p:cNvSpPr/>
            <p:nvPr userDrawn="1"/>
          </p:nvSpPr>
          <p:spPr>
            <a:xfrm>
              <a:off x="351970" y="6203227"/>
              <a:ext cx="2133059" cy="29671"/>
            </a:xfrm>
            <a:custGeom>
              <a:avLst/>
              <a:gdLst>
                <a:gd name="connsiteX0" fmla="*/ 2133059 w 2133059"/>
                <a:gd name="connsiteY0" fmla="*/ 0 h 29671"/>
                <a:gd name="connsiteX1" fmla="*/ 2104190 w 2133059"/>
                <a:gd name="connsiteY1" fmla="*/ 28869 h 29671"/>
                <a:gd name="connsiteX2" fmla="*/ 28066 w 2133059"/>
                <a:gd name="connsiteY2" fmla="*/ 29671 h 29671"/>
                <a:gd name="connsiteX3" fmla="*/ 28868 w 2133059"/>
                <a:gd name="connsiteY3" fmla="*/ 28869 h 29671"/>
                <a:gd name="connsiteX4" fmla="*/ 0 w 2133059"/>
                <a:gd name="connsiteY4" fmla="*/ 1 h 29671"/>
                <a:gd name="connsiteX5" fmla="*/ 2133059 w 2133059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133059" h="29671">
                  <a:moveTo>
                    <a:pt x="2133059" y="0"/>
                  </a:moveTo>
                  <a:lnTo>
                    <a:pt x="2104190" y="28869"/>
                  </a:lnTo>
                  <a:lnTo>
                    <a:pt x="28066" y="29671"/>
                  </a:lnTo>
                  <a:lnTo>
                    <a:pt x="28868" y="28869"/>
                  </a:lnTo>
                  <a:lnTo>
                    <a:pt x="0" y="1"/>
                  </a:lnTo>
                  <a:lnTo>
                    <a:pt x="2133059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8CA98174-D81B-4241-92F9-D0D2028FFEA9}"/>
                </a:ext>
              </a:extLst>
            </p:cNvPr>
            <p:cNvSpPr/>
            <p:nvPr userDrawn="1"/>
          </p:nvSpPr>
          <p:spPr>
            <a:xfrm>
              <a:off x="411310" y="6264172"/>
              <a:ext cx="2012774" cy="28868"/>
            </a:xfrm>
            <a:custGeom>
              <a:avLst/>
              <a:gdLst>
                <a:gd name="connsiteX0" fmla="*/ 0 w 2012774"/>
                <a:gd name="connsiteY0" fmla="*/ 0 h 28868"/>
                <a:gd name="connsiteX1" fmla="*/ 2012774 w 2012774"/>
                <a:gd name="connsiteY1" fmla="*/ 0 h 28868"/>
                <a:gd name="connsiteX2" fmla="*/ 1983905 w 2012774"/>
                <a:gd name="connsiteY2" fmla="*/ 28868 h 28868"/>
                <a:gd name="connsiteX3" fmla="*/ 28868 w 2012774"/>
                <a:gd name="connsiteY3" fmla="*/ 28868 h 28868"/>
                <a:gd name="connsiteX4" fmla="*/ 0 w 201277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12774" h="28868">
                  <a:moveTo>
                    <a:pt x="0" y="0"/>
                  </a:moveTo>
                  <a:lnTo>
                    <a:pt x="2012774" y="0"/>
                  </a:lnTo>
                  <a:lnTo>
                    <a:pt x="1983905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E4CE4FB8-5E60-4288-B2FA-CF9316ED449F}"/>
                </a:ext>
              </a:extLst>
            </p:cNvPr>
            <p:cNvSpPr/>
            <p:nvPr userDrawn="1"/>
          </p:nvSpPr>
          <p:spPr>
            <a:xfrm>
              <a:off x="472255" y="6325117"/>
              <a:ext cx="1890884" cy="28868"/>
            </a:xfrm>
            <a:custGeom>
              <a:avLst/>
              <a:gdLst>
                <a:gd name="connsiteX0" fmla="*/ 0 w 1890884"/>
                <a:gd name="connsiteY0" fmla="*/ 0 h 28868"/>
                <a:gd name="connsiteX1" fmla="*/ 1890884 w 1890884"/>
                <a:gd name="connsiteY1" fmla="*/ 0 h 28868"/>
                <a:gd name="connsiteX2" fmla="*/ 1862016 w 1890884"/>
                <a:gd name="connsiteY2" fmla="*/ 28868 h 28868"/>
                <a:gd name="connsiteX3" fmla="*/ 28868 w 1890884"/>
                <a:gd name="connsiteY3" fmla="*/ 28868 h 28868"/>
                <a:gd name="connsiteX4" fmla="*/ 0 w 1890884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90884" h="28868">
                  <a:moveTo>
                    <a:pt x="0" y="0"/>
                  </a:moveTo>
                  <a:lnTo>
                    <a:pt x="1890884" y="0"/>
                  </a:lnTo>
                  <a:lnTo>
                    <a:pt x="1862016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6F69FE5C-0AF0-42F6-A721-9E2244C967AA}"/>
                </a:ext>
              </a:extLst>
            </p:cNvPr>
            <p:cNvSpPr/>
            <p:nvPr userDrawn="1"/>
          </p:nvSpPr>
          <p:spPr>
            <a:xfrm>
              <a:off x="533199" y="6386061"/>
              <a:ext cx="1768996" cy="28869"/>
            </a:xfrm>
            <a:custGeom>
              <a:avLst/>
              <a:gdLst>
                <a:gd name="connsiteX0" fmla="*/ 0 w 1768996"/>
                <a:gd name="connsiteY0" fmla="*/ 0 h 28869"/>
                <a:gd name="connsiteX1" fmla="*/ 1768996 w 1768996"/>
                <a:gd name="connsiteY1" fmla="*/ 0 h 28869"/>
                <a:gd name="connsiteX2" fmla="*/ 1740128 w 1768996"/>
                <a:gd name="connsiteY2" fmla="*/ 28868 h 28869"/>
                <a:gd name="connsiteX3" fmla="*/ 28869 w 1768996"/>
                <a:gd name="connsiteY3" fmla="*/ 28869 h 28869"/>
                <a:gd name="connsiteX4" fmla="*/ 0 w 1768996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8996" h="28869">
                  <a:moveTo>
                    <a:pt x="0" y="0"/>
                  </a:moveTo>
                  <a:lnTo>
                    <a:pt x="1768996" y="0"/>
                  </a:lnTo>
                  <a:lnTo>
                    <a:pt x="1740128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311083-D41B-4770-B6A9-AFA83AAF2885}"/>
                </a:ext>
              </a:extLst>
            </p:cNvPr>
            <p:cNvSpPr/>
            <p:nvPr userDrawn="1"/>
          </p:nvSpPr>
          <p:spPr>
            <a:xfrm>
              <a:off x="594946" y="6446204"/>
              <a:ext cx="1647106" cy="29670"/>
            </a:xfrm>
            <a:custGeom>
              <a:avLst/>
              <a:gdLst>
                <a:gd name="connsiteX0" fmla="*/ 0 w 1647106"/>
                <a:gd name="connsiteY0" fmla="*/ 0 h 29670"/>
                <a:gd name="connsiteX1" fmla="*/ 1647106 w 1647106"/>
                <a:gd name="connsiteY1" fmla="*/ 0 h 29670"/>
                <a:gd name="connsiteX2" fmla="*/ 1618238 w 1647106"/>
                <a:gd name="connsiteY2" fmla="*/ 28868 h 29670"/>
                <a:gd name="connsiteX3" fmla="*/ 28066 w 1647106"/>
                <a:gd name="connsiteY3" fmla="*/ 29670 h 29670"/>
                <a:gd name="connsiteX4" fmla="*/ 28868 w 1647106"/>
                <a:gd name="connsiteY4" fmla="*/ 28868 h 29670"/>
                <a:gd name="connsiteX5" fmla="*/ 0 w 1647106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647106" h="29670">
                  <a:moveTo>
                    <a:pt x="0" y="0"/>
                  </a:moveTo>
                  <a:lnTo>
                    <a:pt x="1647106" y="0"/>
                  </a:lnTo>
                  <a:lnTo>
                    <a:pt x="1618238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730A62EE-9416-445D-B0B2-018F008614B8}"/>
                </a:ext>
              </a:extLst>
            </p:cNvPr>
            <p:cNvSpPr/>
            <p:nvPr userDrawn="1"/>
          </p:nvSpPr>
          <p:spPr>
            <a:xfrm>
              <a:off x="654287" y="6507148"/>
              <a:ext cx="1526821" cy="28869"/>
            </a:xfrm>
            <a:custGeom>
              <a:avLst/>
              <a:gdLst>
                <a:gd name="connsiteX0" fmla="*/ 0 w 1526821"/>
                <a:gd name="connsiteY0" fmla="*/ 0 h 28869"/>
                <a:gd name="connsiteX1" fmla="*/ 1526821 w 1526821"/>
                <a:gd name="connsiteY1" fmla="*/ 0 h 28869"/>
                <a:gd name="connsiteX2" fmla="*/ 1497952 w 1526821"/>
                <a:gd name="connsiteY2" fmla="*/ 28868 h 28869"/>
                <a:gd name="connsiteX3" fmla="*/ 28868 w 1526821"/>
                <a:gd name="connsiteY3" fmla="*/ 28869 h 28869"/>
                <a:gd name="connsiteX4" fmla="*/ 0 w 1526821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526821" h="28869">
                  <a:moveTo>
                    <a:pt x="0" y="0"/>
                  </a:moveTo>
                  <a:lnTo>
                    <a:pt x="1526821" y="0"/>
                  </a:lnTo>
                  <a:lnTo>
                    <a:pt x="1497952" y="28868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A92E211-EBEF-4E62-97FD-46ECC42436DF}"/>
                </a:ext>
              </a:extLst>
            </p:cNvPr>
            <p:cNvSpPr/>
            <p:nvPr userDrawn="1"/>
          </p:nvSpPr>
          <p:spPr>
            <a:xfrm>
              <a:off x="715231" y="6568093"/>
              <a:ext cx="1404932" cy="28868"/>
            </a:xfrm>
            <a:custGeom>
              <a:avLst/>
              <a:gdLst>
                <a:gd name="connsiteX0" fmla="*/ 0 w 1404932"/>
                <a:gd name="connsiteY0" fmla="*/ 0 h 28868"/>
                <a:gd name="connsiteX1" fmla="*/ 1404932 w 1404932"/>
                <a:gd name="connsiteY1" fmla="*/ 0 h 28868"/>
                <a:gd name="connsiteX2" fmla="*/ 1376064 w 1404932"/>
                <a:gd name="connsiteY2" fmla="*/ 28868 h 28868"/>
                <a:gd name="connsiteX3" fmla="*/ 28868 w 1404932"/>
                <a:gd name="connsiteY3" fmla="*/ 28868 h 28868"/>
                <a:gd name="connsiteX4" fmla="*/ 0 w 1404932"/>
                <a:gd name="connsiteY4" fmla="*/ 0 h 28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4932" h="28868">
                  <a:moveTo>
                    <a:pt x="0" y="0"/>
                  </a:moveTo>
                  <a:lnTo>
                    <a:pt x="1404932" y="0"/>
                  </a:lnTo>
                  <a:lnTo>
                    <a:pt x="1376064" y="28868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C8A63A1-564C-478A-B490-96E1C76014CC}"/>
                </a:ext>
              </a:extLst>
            </p:cNvPr>
            <p:cNvSpPr/>
            <p:nvPr userDrawn="1"/>
          </p:nvSpPr>
          <p:spPr>
            <a:xfrm>
              <a:off x="776977" y="6628235"/>
              <a:ext cx="1283044" cy="29671"/>
            </a:xfrm>
            <a:custGeom>
              <a:avLst/>
              <a:gdLst>
                <a:gd name="connsiteX0" fmla="*/ 1283044 w 1283044"/>
                <a:gd name="connsiteY0" fmla="*/ 0 h 29671"/>
                <a:gd name="connsiteX1" fmla="*/ 1254175 w 1283044"/>
                <a:gd name="connsiteY1" fmla="*/ 28869 h 29671"/>
                <a:gd name="connsiteX2" fmla="*/ 28067 w 1283044"/>
                <a:gd name="connsiteY2" fmla="*/ 29671 h 29671"/>
                <a:gd name="connsiteX3" fmla="*/ 28869 w 1283044"/>
                <a:gd name="connsiteY3" fmla="*/ 28869 h 29671"/>
                <a:gd name="connsiteX4" fmla="*/ 0 w 1283044"/>
                <a:gd name="connsiteY4" fmla="*/ 1 h 29671"/>
                <a:gd name="connsiteX5" fmla="*/ 1283044 w 1283044"/>
                <a:gd name="connsiteY5" fmla="*/ 0 h 296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83044" h="29671">
                  <a:moveTo>
                    <a:pt x="1283044" y="0"/>
                  </a:moveTo>
                  <a:lnTo>
                    <a:pt x="1254175" y="28869"/>
                  </a:lnTo>
                  <a:lnTo>
                    <a:pt x="28067" y="29671"/>
                  </a:lnTo>
                  <a:lnTo>
                    <a:pt x="28869" y="28869"/>
                  </a:lnTo>
                  <a:lnTo>
                    <a:pt x="0" y="1"/>
                  </a:lnTo>
                  <a:lnTo>
                    <a:pt x="1283044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4162FC41-462F-4E99-AACA-F5B9C804FB14}"/>
                </a:ext>
              </a:extLst>
            </p:cNvPr>
            <p:cNvSpPr/>
            <p:nvPr userDrawn="1"/>
          </p:nvSpPr>
          <p:spPr>
            <a:xfrm>
              <a:off x="837922" y="6689180"/>
              <a:ext cx="1161154" cy="29670"/>
            </a:xfrm>
            <a:custGeom>
              <a:avLst/>
              <a:gdLst>
                <a:gd name="connsiteX0" fmla="*/ 0 w 1161154"/>
                <a:gd name="connsiteY0" fmla="*/ 0 h 29670"/>
                <a:gd name="connsiteX1" fmla="*/ 1161154 w 1161154"/>
                <a:gd name="connsiteY1" fmla="*/ 0 h 29670"/>
                <a:gd name="connsiteX2" fmla="*/ 1132285 w 1161154"/>
                <a:gd name="connsiteY2" fmla="*/ 28868 h 29670"/>
                <a:gd name="connsiteX3" fmla="*/ 28066 w 1161154"/>
                <a:gd name="connsiteY3" fmla="*/ 29670 h 29670"/>
                <a:gd name="connsiteX4" fmla="*/ 28868 w 1161154"/>
                <a:gd name="connsiteY4" fmla="*/ 28868 h 29670"/>
                <a:gd name="connsiteX5" fmla="*/ 0 w 1161154"/>
                <a:gd name="connsiteY5" fmla="*/ 0 h 29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1154" h="29670">
                  <a:moveTo>
                    <a:pt x="0" y="0"/>
                  </a:moveTo>
                  <a:lnTo>
                    <a:pt x="1161154" y="0"/>
                  </a:lnTo>
                  <a:lnTo>
                    <a:pt x="1132285" y="28868"/>
                  </a:lnTo>
                  <a:lnTo>
                    <a:pt x="28066" y="29670"/>
                  </a:lnTo>
                  <a:lnTo>
                    <a:pt x="28868" y="2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F9B61AC-B03D-4064-9DE6-9818F53F333C}"/>
                </a:ext>
              </a:extLst>
            </p:cNvPr>
            <p:cNvSpPr/>
            <p:nvPr userDrawn="1"/>
          </p:nvSpPr>
          <p:spPr>
            <a:xfrm>
              <a:off x="897263" y="6750124"/>
              <a:ext cx="1040868" cy="28869"/>
            </a:xfrm>
            <a:custGeom>
              <a:avLst/>
              <a:gdLst>
                <a:gd name="connsiteX0" fmla="*/ 0 w 1040868"/>
                <a:gd name="connsiteY0" fmla="*/ 0 h 28869"/>
                <a:gd name="connsiteX1" fmla="*/ 1040868 w 1040868"/>
                <a:gd name="connsiteY1" fmla="*/ 0 h 28869"/>
                <a:gd name="connsiteX2" fmla="*/ 1012000 w 1040868"/>
                <a:gd name="connsiteY2" fmla="*/ 28869 h 28869"/>
                <a:gd name="connsiteX3" fmla="*/ 28868 w 1040868"/>
                <a:gd name="connsiteY3" fmla="*/ 28869 h 28869"/>
                <a:gd name="connsiteX4" fmla="*/ 0 w 1040868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0868" h="28869">
                  <a:moveTo>
                    <a:pt x="0" y="0"/>
                  </a:moveTo>
                  <a:lnTo>
                    <a:pt x="1040868" y="0"/>
                  </a:lnTo>
                  <a:lnTo>
                    <a:pt x="1012000" y="28869"/>
                  </a:lnTo>
                  <a:lnTo>
                    <a:pt x="28868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C104BA00-790F-438D-AC93-117E23CF2099}"/>
                </a:ext>
              </a:extLst>
            </p:cNvPr>
            <p:cNvSpPr/>
            <p:nvPr userDrawn="1"/>
          </p:nvSpPr>
          <p:spPr>
            <a:xfrm>
              <a:off x="958207" y="6811069"/>
              <a:ext cx="918980" cy="28869"/>
            </a:xfrm>
            <a:custGeom>
              <a:avLst/>
              <a:gdLst>
                <a:gd name="connsiteX0" fmla="*/ 0 w 918980"/>
                <a:gd name="connsiteY0" fmla="*/ 0 h 28869"/>
                <a:gd name="connsiteX1" fmla="*/ 918980 w 918980"/>
                <a:gd name="connsiteY1" fmla="*/ 0 h 28869"/>
                <a:gd name="connsiteX2" fmla="*/ 890112 w 918980"/>
                <a:gd name="connsiteY2" fmla="*/ 28868 h 28869"/>
                <a:gd name="connsiteX3" fmla="*/ 28869 w 918980"/>
                <a:gd name="connsiteY3" fmla="*/ 28869 h 28869"/>
                <a:gd name="connsiteX4" fmla="*/ 0 w 918980"/>
                <a:gd name="connsiteY4" fmla="*/ 0 h 288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8980" h="28869">
                  <a:moveTo>
                    <a:pt x="0" y="0"/>
                  </a:moveTo>
                  <a:lnTo>
                    <a:pt x="918980" y="0"/>
                  </a:lnTo>
                  <a:lnTo>
                    <a:pt x="890112" y="28868"/>
                  </a:lnTo>
                  <a:lnTo>
                    <a:pt x="28869" y="28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01" name="Freeform: Shape 100">
            <a:extLst>
              <a:ext uri="{FF2B5EF4-FFF2-40B4-BE49-F238E27FC236}">
                <a16:creationId xmlns:a16="http://schemas.microsoft.com/office/drawing/2014/main" id="{788A3CD7-1915-41CF-9FB5-E6FEDCA8F1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793659" y="5801762"/>
            <a:ext cx="1075475" cy="1058335"/>
          </a:xfrm>
          <a:custGeom>
            <a:avLst/>
            <a:gdLst>
              <a:gd name="connsiteX0" fmla="*/ 1062720 w 1062720"/>
              <a:gd name="connsiteY0" fmla="*/ 0 h 1062720"/>
              <a:gd name="connsiteX1" fmla="*/ 1062720 w 1062720"/>
              <a:gd name="connsiteY1" fmla="*/ 1062720 h 1062720"/>
              <a:gd name="connsiteX2" fmla="*/ 0 w 1062720"/>
              <a:gd name="connsiteY2" fmla="*/ 1062720 h 1062720"/>
              <a:gd name="connsiteX3" fmla="*/ 1062720 w 1062720"/>
              <a:gd name="connsiteY3" fmla="*/ 0 h 1062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62720" h="1062720">
                <a:moveTo>
                  <a:pt x="1062720" y="0"/>
                </a:moveTo>
                <a:lnTo>
                  <a:pt x="1062720" y="1062720"/>
                </a:lnTo>
                <a:lnTo>
                  <a:pt x="0" y="1062720"/>
                </a:lnTo>
                <a:lnTo>
                  <a:pt x="106272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FEE07693-1822-40D4-88A4-0F663C787D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35546" y="6829131"/>
            <a:ext cx="918980" cy="28869"/>
          </a:xfrm>
          <a:custGeom>
            <a:avLst/>
            <a:gdLst>
              <a:gd name="connsiteX0" fmla="*/ 0 w 918980"/>
              <a:gd name="connsiteY0" fmla="*/ 0 h 28869"/>
              <a:gd name="connsiteX1" fmla="*/ 918980 w 918980"/>
              <a:gd name="connsiteY1" fmla="*/ 0 h 28869"/>
              <a:gd name="connsiteX2" fmla="*/ 890112 w 918980"/>
              <a:gd name="connsiteY2" fmla="*/ 28868 h 28869"/>
              <a:gd name="connsiteX3" fmla="*/ 28869 w 918980"/>
              <a:gd name="connsiteY3" fmla="*/ 28869 h 28869"/>
              <a:gd name="connsiteX4" fmla="*/ 0 w 918980"/>
              <a:gd name="connsiteY4" fmla="*/ 0 h 288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8980" h="28869">
                <a:moveTo>
                  <a:pt x="0" y="0"/>
                </a:moveTo>
                <a:lnTo>
                  <a:pt x="918980" y="0"/>
                </a:lnTo>
                <a:lnTo>
                  <a:pt x="890112" y="28868"/>
                </a:lnTo>
                <a:lnTo>
                  <a:pt x="28869" y="2886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8142DAF-BE54-C239-5685-89D55E027E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20440" y="896111"/>
            <a:ext cx="7889768" cy="2039341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A2EBD71-EB16-773C-A6CB-C6E1259AE70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/>
            </a:lvl1pPr>
            <a:lvl2pPr>
              <a:lnSpc>
                <a:spcPts val="2000"/>
              </a:lnSpc>
              <a:defRPr sz="1800"/>
            </a:lvl2pPr>
            <a:lvl3pPr>
              <a:lnSpc>
                <a:spcPts val="2000"/>
              </a:lnSpc>
              <a:defRPr sz="1800"/>
            </a:lvl3pPr>
            <a:lvl4pPr>
              <a:lnSpc>
                <a:spcPts val="2000"/>
              </a:lnSpc>
              <a:defRPr sz="1800"/>
            </a:lvl4pPr>
            <a:lvl5pPr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56944BE1-9937-7EA2-AA56-336B8D5CAADA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826432" y="3253740"/>
            <a:ext cx="4580088" cy="3006531"/>
          </a:xfrm>
        </p:spPr>
        <p:txBody>
          <a:bodyPr>
            <a:normAutofit/>
          </a:bodyPr>
          <a:lstStyle>
            <a:lvl1pPr marL="0" indent="0">
              <a:lnSpc>
                <a:spcPts val="2000"/>
              </a:lnSpc>
              <a:buNone/>
              <a:defRPr sz="1800"/>
            </a:lvl1pPr>
            <a:lvl2pPr marL="457200">
              <a:lnSpc>
                <a:spcPts val="2000"/>
              </a:lnSpc>
              <a:defRPr sz="1800"/>
            </a:lvl2pPr>
            <a:lvl3pPr marL="914400">
              <a:lnSpc>
                <a:spcPts val="2000"/>
              </a:lnSpc>
              <a:defRPr sz="1800"/>
            </a:lvl3pPr>
            <a:lvl4pPr marL="1371600">
              <a:lnSpc>
                <a:spcPts val="2000"/>
              </a:lnSpc>
              <a:defRPr sz="1800"/>
            </a:lvl4pPr>
            <a:lvl5pPr marL="1828800">
              <a:lnSpc>
                <a:spcPts val="2000"/>
              </a:lnSpc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9" name="Date Placeholder 3">
            <a:extLst>
              <a:ext uri="{FF2B5EF4-FFF2-40B4-BE49-F238E27FC236}">
                <a16:creationId xmlns:a16="http://schemas.microsoft.com/office/drawing/2014/main" id="{5A56B3AA-5CA2-4004-8F95-11FD7B895D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2372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210" name="Footer Placeholder 4">
            <a:extLst>
              <a:ext uri="{FF2B5EF4-FFF2-40B4-BE49-F238E27FC236}">
                <a16:creationId xmlns:a16="http://schemas.microsoft.com/office/drawing/2014/main" id="{07D92F37-472D-4CCB-AA97-FA42E560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2161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211" name="Slide Number Placeholder 5">
            <a:extLst>
              <a:ext uri="{FF2B5EF4-FFF2-40B4-BE49-F238E27FC236}">
                <a16:creationId xmlns:a16="http://schemas.microsoft.com/office/drawing/2014/main" id="{C0E89FFF-230F-4CBA-A6BC-D887B3FFA5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9320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15145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07877" y="898524"/>
            <a:ext cx="7606895" cy="2029967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1CF25F4-1889-5FE4-9BE0-413C509639D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011337" y="9212"/>
            <a:ext cx="2029967" cy="4850544"/>
          </a:xfrm>
          <a:custGeom>
            <a:avLst/>
            <a:gdLst>
              <a:gd name="connsiteX0" fmla="*/ 0 w 2029967"/>
              <a:gd name="connsiteY0" fmla="*/ 0 h 4850544"/>
              <a:gd name="connsiteX1" fmla="*/ 2029967 w 2029967"/>
              <a:gd name="connsiteY1" fmla="*/ 0 h 4850544"/>
              <a:gd name="connsiteX2" fmla="*/ 2029967 w 2029967"/>
              <a:gd name="connsiteY2" fmla="*/ 4850544 h 4850544"/>
              <a:gd name="connsiteX3" fmla="*/ 2025599 w 2029967"/>
              <a:gd name="connsiteY3" fmla="*/ 4850544 h 4850544"/>
              <a:gd name="connsiteX4" fmla="*/ 2 w 2029967"/>
              <a:gd name="connsiteY4" fmla="*/ 2824947 h 4850544"/>
              <a:gd name="connsiteX5" fmla="*/ 2 w 2029967"/>
              <a:gd name="connsiteY5" fmla="*/ 4850544 h 4850544"/>
              <a:gd name="connsiteX6" fmla="*/ 0 w 2029967"/>
              <a:gd name="connsiteY6" fmla="*/ 4850544 h 4850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29967" h="4850544">
                <a:moveTo>
                  <a:pt x="0" y="0"/>
                </a:moveTo>
                <a:lnTo>
                  <a:pt x="2029967" y="0"/>
                </a:lnTo>
                <a:lnTo>
                  <a:pt x="2029967" y="4850544"/>
                </a:lnTo>
                <a:lnTo>
                  <a:pt x="2025599" y="4850544"/>
                </a:lnTo>
                <a:lnTo>
                  <a:pt x="2" y="2824947"/>
                </a:lnTo>
                <a:lnTo>
                  <a:pt x="2" y="4850544"/>
                </a:lnTo>
                <a:lnTo>
                  <a:pt x="0" y="4850544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CC28908-2548-441C-BE9D-8728E1FC84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4863266"/>
            <a:ext cx="2029968" cy="200489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731DC170-FB16-45F8-B62C-DCAB2B9AC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38" y="5865203"/>
            <a:ext cx="2019299" cy="999451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DE2E4A5-BFB0-8F89-C606-A1581EB9FC6E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03953" y="3259138"/>
            <a:ext cx="7615274" cy="2978150"/>
          </a:xfrm>
        </p:spPr>
        <p:txBody>
          <a:bodyPr>
            <a:normAutofit/>
          </a:bodyPr>
          <a:lstStyle>
            <a:lvl1pPr marL="285750" indent="-285750">
              <a:lnSpc>
                <a:spcPts val="2000"/>
              </a:lnSpc>
              <a:buFont typeface="Arial" panose="020B0604020202020204" pitchFamily="34" charset="0"/>
              <a:buChar char="•"/>
              <a:defRPr sz="1800">
                <a:solidFill>
                  <a:schemeClr val="tx2"/>
                </a:solidFill>
              </a:defRPr>
            </a:lvl1pPr>
            <a:lvl2pPr marL="685800">
              <a:lnSpc>
                <a:spcPts val="2000"/>
              </a:lnSpc>
              <a:defRPr sz="1800">
                <a:solidFill>
                  <a:schemeClr val="tx2"/>
                </a:solidFill>
              </a:defRPr>
            </a:lvl2pPr>
            <a:lvl3pPr marL="1143000">
              <a:lnSpc>
                <a:spcPts val="2000"/>
              </a:lnSpc>
              <a:defRPr sz="1800">
                <a:solidFill>
                  <a:schemeClr val="tx2"/>
                </a:solidFill>
              </a:defRPr>
            </a:lvl3pPr>
            <a:lvl4pPr marL="1600200">
              <a:lnSpc>
                <a:spcPts val="2000"/>
              </a:lnSpc>
              <a:defRPr sz="1800">
                <a:solidFill>
                  <a:schemeClr val="tx2"/>
                </a:solidFill>
              </a:defRPr>
            </a:lvl4pPr>
            <a:lvl5pPr marL="2057400">
              <a:lnSpc>
                <a:spcPts val="2000"/>
              </a:lnSpc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9" name="Date Placeholder 3">
            <a:extLst>
              <a:ext uri="{FF2B5EF4-FFF2-40B4-BE49-F238E27FC236}">
                <a16:creationId xmlns:a16="http://schemas.microsoft.com/office/drawing/2014/main" id="{E2B0C6B8-E2CB-460E-BBC8-AC4339C89D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80395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70" name="Footer Placeholder 4">
            <a:extLst>
              <a:ext uri="{FF2B5EF4-FFF2-40B4-BE49-F238E27FC236}">
                <a16:creationId xmlns:a16="http://schemas.microsoft.com/office/drawing/2014/main" id="{433844D3-0FDA-4C97-9B21-5021A38E4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88630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1" name="Slide Number Placeholder 5">
            <a:extLst>
              <a:ext uri="{FF2B5EF4-FFF2-40B4-BE49-F238E27FC236}">
                <a16:creationId xmlns:a16="http://schemas.microsoft.com/office/drawing/2014/main" id="{EC059538-F80F-46C9-80EB-AC9B56DD0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2027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78F81CD-65D4-6CA1-E2C2-34DF58B56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000" y="0"/>
            <a:ext cx="1015984" cy="6858000"/>
            <a:chOff x="-1000" y="0"/>
            <a:chExt cx="1015984" cy="68580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19657A-6BE9-88F7-BE4C-6BF3C13F7E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BB2BB8E-26BE-8FBF-1C62-4F4285819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864BEFA-BF82-8BAF-1977-518DCAB0F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14C6E7FC-E03B-5EE2-7126-8CC1FBCB9D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-462818" y="552957"/>
              <a:ext cx="1828800" cy="905164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659957EF-0F68-275E-1FFC-87388D717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CECEEA3-55C1-1632-4F14-7E57A8026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00582" y="2932749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A6290E86-B21F-0C88-099F-07B046CA1D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380762"/>
              <a:ext cx="1828800" cy="914400"/>
            </a:xfrm>
            <a:prstGeom prst="rect">
              <a:avLst/>
            </a:prstGeom>
          </p:spPr>
        </p:pic>
      </p:grpSp>
      <p:sp>
        <p:nvSpPr>
          <p:cNvPr id="26" name="Rectangle 23">
            <a:extLst>
              <a:ext uri="{FF2B5EF4-FFF2-40B4-BE49-F238E27FC236}">
                <a16:creationId xmlns:a16="http://schemas.microsoft.com/office/drawing/2014/main" id="{E489F066-AA0F-D3C7-739B-15808100E7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11339" y="2834159"/>
            <a:ext cx="2029968" cy="2029968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550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52" userDrawn="1">
          <p15:clr>
            <a:srgbClr val="FBAE40"/>
          </p15:clr>
        </p15:guide>
        <p15:guide id="2" pos="7104" userDrawn="1">
          <p15:clr>
            <a:srgbClr val="FBAE40"/>
          </p15:clr>
        </p15:guide>
        <p15:guide id="3" pos="7392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+ 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2000" y="896112"/>
            <a:ext cx="10668000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FC509-0D49-9500-59C9-DAE0A699FB0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0" y="2417197"/>
            <a:ext cx="4278313" cy="3737541"/>
          </a:xfrm>
        </p:spPr>
        <p:txBody>
          <a:bodyPr vert="horz" lIns="91440" tIns="45720" rIns="91440" bIns="45720" rtlCol="0"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lang="en-US" sz="1800" smtClean="0"/>
            </a:lvl1pPr>
            <a:lvl2pPr>
              <a:spcBef>
                <a:spcPts val="0"/>
              </a:spcBef>
              <a:spcAft>
                <a:spcPts val="1200"/>
              </a:spcAft>
              <a:defRPr lang="en-US" sz="1800" smtClean="0"/>
            </a:lvl2pPr>
            <a:lvl3pPr>
              <a:spcBef>
                <a:spcPts val="0"/>
              </a:spcBef>
              <a:spcAft>
                <a:spcPts val="1200"/>
              </a:spcAft>
              <a:defRPr lang="en-US" sz="1800" smtClean="0"/>
            </a:lvl3pPr>
            <a:lvl4pPr>
              <a:spcBef>
                <a:spcPts val="0"/>
              </a:spcBef>
              <a:spcAft>
                <a:spcPts val="1200"/>
              </a:spcAft>
              <a:defRPr lang="en-US" sz="1800" smtClean="0"/>
            </a:lvl4pPr>
            <a:lvl5pPr>
              <a:spcBef>
                <a:spcPts val="0"/>
              </a:spcBef>
              <a:spcAft>
                <a:spcPts val="1200"/>
              </a:spcAft>
              <a:defRPr lang="en-US" sz="1800"/>
            </a:lvl5pPr>
          </a:lstStyle>
          <a:p>
            <a:pPr lvl="0"/>
            <a:r>
              <a:rPr lang="en-US" dirty="0"/>
              <a:t>Click to add text </a:t>
            </a:r>
          </a:p>
          <a:p>
            <a:pPr marL="685800" lvl="1" indent="-228600"/>
            <a:r>
              <a:rPr lang="en-US" dirty="0"/>
              <a:t>Second level</a:t>
            </a:r>
          </a:p>
          <a:p>
            <a:pPr marL="1143000" lvl="2" indent="-228600"/>
            <a:r>
              <a:rPr lang="en-US" dirty="0"/>
              <a:t>Third level</a:t>
            </a:r>
          </a:p>
          <a:p>
            <a:pPr marL="1600200" lvl="3" indent="-228600"/>
            <a:r>
              <a:rPr lang="en-US" dirty="0"/>
              <a:t>Fourth level</a:t>
            </a:r>
          </a:p>
          <a:p>
            <a:pPr marL="2057400" lvl="4" indent="-228600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7113F543-A373-5951-EBF3-7E283EE52F0B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241471" y="2417763"/>
            <a:ext cx="6188529" cy="373697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D4C80AE-01F3-AAB6-99EF-DB1B5934CF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0241B24-8629-6BC2-C72F-A156F0624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FBBF9-1C14-3371-F0AC-507FFCAB3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1890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CA106-0FC3-4FE9-9338-4AC3D15608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2574" y="896111"/>
            <a:ext cx="9866540" cy="1358140"/>
          </a:xfrm>
        </p:spPr>
        <p:txBody>
          <a:bodyPr anchor="t" anchorCtr="0"/>
          <a:lstStyle>
            <a:lvl1pPr>
              <a:defRPr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9F1898E-3E74-4E43-A202-1A664022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1014984" cy="6858000"/>
            <a:chOff x="0" y="0"/>
            <a:chExt cx="1014984" cy="6858000"/>
          </a:xfrm>
        </p:grpSpPr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814776F7-F8A5-4235-8C8D-17F0E4F45B03}"/>
                </a:ext>
              </a:extLst>
            </p:cNvPr>
            <p:cNvSpPr/>
            <p:nvPr userDrawn="1"/>
          </p:nvSpPr>
          <p:spPr>
            <a:xfrm>
              <a:off x="0" y="4828032"/>
              <a:ext cx="1014984" cy="202996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F301899-34C1-47B4-B5CD-F77BA341C0F9}"/>
                </a:ext>
              </a:extLst>
            </p:cNvPr>
            <p:cNvSpPr/>
            <p:nvPr userDrawn="1"/>
          </p:nvSpPr>
          <p:spPr>
            <a:xfrm>
              <a:off x="0" y="2833299"/>
              <a:ext cx="1014984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A66E9363-03B7-439D-8B5E-0665E48F046E}"/>
                </a:ext>
              </a:extLst>
            </p:cNvPr>
            <p:cNvSpPr/>
            <p:nvPr userDrawn="1"/>
          </p:nvSpPr>
          <p:spPr>
            <a:xfrm>
              <a:off x="0" y="0"/>
              <a:ext cx="1014984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0432F5F5-1688-44BD-B071-A62C04824FB8}"/>
                </a:ext>
              </a:extLst>
            </p:cNvPr>
            <p:cNvSpPr/>
            <p:nvPr userDrawn="1"/>
          </p:nvSpPr>
          <p:spPr>
            <a:xfrm>
              <a:off x="0" y="2029863"/>
              <a:ext cx="1014984" cy="81295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689FF8F5-F7B8-46B0-BB03-FE972A6832E7}"/>
                </a:ext>
              </a:extLst>
            </p:cNvPr>
            <p:cNvSpPr/>
            <p:nvPr userDrawn="1"/>
          </p:nvSpPr>
          <p:spPr>
            <a:xfrm rot="10800000">
              <a:off x="100582" y="2936725"/>
              <a:ext cx="914400" cy="1828800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31EB8EE7-3843-4CA8-879D-5D985DAA0D1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>
              <a:off x="-457200" y="5416459"/>
              <a:ext cx="1828800" cy="914400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5FF0EEFD-0038-4A2F-AD3B-01A98EFF5CF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 rot="5400000">
              <a:off x="-457200" y="563329"/>
              <a:ext cx="1828800" cy="914400"/>
            </a:xfrm>
            <a:prstGeom prst="rect">
              <a:avLst/>
            </a:prstGeom>
          </p:spPr>
        </p:pic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650232-76AA-C9E3-F846-8DB1B44E5AF3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552575" y="2481940"/>
            <a:ext cx="6477952" cy="363583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>
                <a:solidFill>
                  <a:schemeClr val="bg1"/>
                </a:solidFill>
              </a:defRPr>
            </a:lvl1pPr>
            <a:lvl2pPr marL="4572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2pPr>
            <a:lvl3pPr marL="9144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3pPr>
            <a:lvl4pPr marL="13716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4pPr>
            <a:lvl5pPr marL="1828800">
              <a:lnSpc>
                <a:spcPct val="100000"/>
              </a:lnSpc>
              <a:spcAft>
                <a:spcPts val="600"/>
              </a:spcAft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7A04978-5D2C-BBF1-9C05-C5271761901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72723" y="2481940"/>
            <a:ext cx="3046391" cy="3759200"/>
          </a:xfrm>
        </p:spPr>
        <p:txBody>
          <a:bodyPr>
            <a:normAutofit/>
          </a:bodyPr>
          <a:lstStyle>
            <a:lvl1pPr marL="342900" indent="-342900">
              <a:spcAft>
                <a:spcPts val="600"/>
              </a:spcAft>
              <a:buFont typeface="+mj-lt"/>
              <a:buAutoNum type="arabicPeriod"/>
              <a:defRPr sz="1800">
                <a:solidFill>
                  <a:schemeClr val="bg1"/>
                </a:solidFill>
              </a:defRPr>
            </a:lvl1pPr>
            <a:lvl2pPr marL="800100" indent="-342900">
              <a:spcAft>
                <a:spcPts val="600"/>
              </a:spcAft>
              <a:buFont typeface="+mj-lt"/>
              <a:buAutoNum type="alphaLcPeriod"/>
              <a:defRPr sz="1800">
                <a:solidFill>
                  <a:schemeClr val="bg1"/>
                </a:solidFill>
              </a:defRPr>
            </a:lvl2pPr>
            <a:lvl3pPr marL="1257300" indent="-342900">
              <a:spcAft>
                <a:spcPts val="600"/>
              </a:spcAft>
              <a:buFont typeface="+mj-lt"/>
              <a:buAutoNum type="arabicParenR"/>
              <a:defRPr sz="1800">
                <a:solidFill>
                  <a:schemeClr val="bg1"/>
                </a:solidFill>
              </a:defRPr>
            </a:lvl3pPr>
            <a:lvl4pPr marL="1714500" indent="-342900">
              <a:spcAft>
                <a:spcPts val="600"/>
              </a:spcAft>
              <a:buFont typeface="+mj-lt"/>
              <a:buAutoNum type="alphaLcParenR"/>
              <a:defRPr sz="1800">
                <a:solidFill>
                  <a:schemeClr val="bg1"/>
                </a:solidFill>
              </a:defRPr>
            </a:lvl4pPr>
            <a:lvl5pPr marL="2171700" indent="-342900">
              <a:spcAft>
                <a:spcPts val="600"/>
              </a:spcAft>
              <a:buFont typeface="+mj-lt"/>
              <a:buAutoNum type="romanLcPeriod"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 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3" name="Date Placeholder 3">
            <a:extLst>
              <a:ext uri="{FF2B5EF4-FFF2-40B4-BE49-F238E27FC236}">
                <a16:creationId xmlns:a16="http://schemas.microsoft.com/office/drawing/2014/main" id="{41C57AEB-9E33-4F77-9F58-DB0D1B9787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4480" y="6353175"/>
            <a:ext cx="109728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64" name="Footer Placeholder 4">
            <a:extLst>
              <a:ext uri="{FF2B5EF4-FFF2-40B4-BE49-F238E27FC236}">
                <a16:creationId xmlns:a16="http://schemas.microsoft.com/office/drawing/2014/main" id="{182F895D-C48A-41AA-9DE6-43A17B7E01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4527" y="6350000"/>
            <a:ext cx="22860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5" name="Slide Number Placeholder 5">
            <a:extLst>
              <a:ext uri="{FF2B5EF4-FFF2-40B4-BE49-F238E27FC236}">
                <a16:creationId xmlns:a16="http://schemas.microsoft.com/office/drawing/2014/main" id="{4C15BF58-30D9-4A0E-8506-1CD777B0F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3688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12D1-08AF-45E9-A34A-BDE9E860BA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4155" y="896112"/>
            <a:ext cx="10665845" cy="1325563"/>
          </a:xfrm>
        </p:spPr>
        <p:txBody>
          <a:bodyPr anchor="t" anchorCtr="0"/>
          <a:lstStyle>
            <a:lvl1pPr>
              <a:defRPr cap="all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E06194BC-6453-CA18-2623-B07F3A5D4E92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762000" y="2417763"/>
            <a:ext cx="10665845" cy="3678235"/>
          </a:xfrm>
        </p:spPr>
        <p:txBody>
          <a:bodyPr/>
          <a:lstStyle>
            <a:lvl1pPr>
              <a:defRPr/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insert table</a:t>
            </a:r>
          </a:p>
          <a:p>
            <a:endParaRPr lang="en-US" dirty="0"/>
          </a:p>
        </p:txBody>
      </p:sp>
      <p:sp>
        <p:nvSpPr>
          <p:cNvPr id="7" name="Rectangle 23">
            <a:extLst>
              <a:ext uri="{FF2B5EF4-FFF2-40B4-BE49-F238E27FC236}">
                <a16:creationId xmlns:a16="http://schemas.microsoft.com/office/drawing/2014/main" id="{AB92D86A-5036-415A-B056-A55CB2E0C2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177016" y="0"/>
            <a:ext cx="1014984" cy="1014984"/>
          </a:xfrm>
          <a:custGeom>
            <a:avLst/>
            <a:gdLst>
              <a:gd name="connsiteX0" fmla="*/ 0 w 2029968"/>
              <a:gd name="connsiteY0" fmla="*/ 0 h 2029968"/>
              <a:gd name="connsiteX1" fmla="*/ 2029968 w 2029968"/>
              <a:gd name="connsiteY1" fmla="*/ 0 h 2029968"/>
              <a:gd name="connsiteX2" fmla="*/ 2029968 w 2029968"/>
              <a:gd name="connsiteY2" fmla="*/ 2029968 h 2029968"/>
              <a:gd name="connsiteX3" fmla="*/ 0 w 2029968"/>
              <a:gd name="connsiteY3" fmla="*/ 2029968 h 2029968"/>
              <a:gd name="connsiteX4" fmla="*/ 0 w 2029968"/>
              <a:gd name="connsiteY4" fmla="*/ 0 h 2029968"/>
              <a:gd name="connsiteX0" fmla="*/ 0 w 2029968"/>
              <a:gd name="connsiteY0" fmla="*/ 0 h 2029968"/>
              <a:gd name="connsiteX1" fmla="*/ 2029968 w 2029968"/>
              <a:gd name="connsiteY1" fmla="*/ 2029968 h 2029968"/>
              <a:gd name="connsiteX2" fmla="*/ 0 w 2029968"/>
              <a:gd name="connsiteY2" fmla="*/ 2029968 h 2029968"/>
              <a:gd name="connsiteX3" fmla="*/ 0 w 2029968"/>
              <a:gd name="connsiteY3" fmla="*/ 0 h 20299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29968" h="2029968">
                <a:moveTo>
                  <a:pt x="0" y="0"/>
                </a:moveTo>
                <a:lnTo>
                  <a:pt x="2029968" y="2029968"/>
                </a:lnTo>
                <a:lnTo>
                  <a:pt x="0" y="2029968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3A465A0-88AA-B50B-92D8-3A549283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443" y="6353175"/>
            <a:ext cx="109728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6195F626-7C08-9907-6A85-922BE6AA0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73449" y="6350000"/>
            <a:ext cx="22860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AD34A-4F3F-C89B-BBBC-E7740F414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68175" y="6356350"/>
            <a:ext cx="457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7480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nten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211C2927-0A13-DC57-A83B-B8DB787A4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843092" cy="6858000"/>
            <a:chOff x="0" y="0"/>
            <a:chExt cx="6843092" cy="6858000"/>
          </a:xfrm>
        </p:grpSpPr>
        <p:sp>
          <p:nvSpPr>
            <p:cNvPr id="344" name="Rectangle 343">
              <a:extLst>
                <a:ext uri="{FF2B5EF4-FFF2-40B4-BE49-F238E27FC236}">
                  <a16:creationId xmlns:a16="http://schemas.microsoft.com/office/drawing/2014/main" id="{0685D98A-CA5A-4C48-9AEB-4C1A201237A1}"/>
                </a:ext>
              </a:extLst>
            </p:cNvPr>
            <p:cNvSpPr/>
            <p:nvPr userDrawn="1"/>
          </p:nvSpPr>
          <p:spPr>
            <a:xfrm>
              <a:off x="2021206" y="4828032"/>
              <a:ext cx="2029968" cy="2029968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A1F97041-3EE3-4F17-990B-3AC264934EF0}"/>
                </a:ext>
              </a:extLst>
            </p:cNvPr>
            <p:cNvSpPr/>
            <p:nvPr userDrawn="1"/>
          </p:nvSpPr>
          <p:spPr>
            <a:xfrm>
              <a:off x="0" y="0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1DA30E2-82DB-4AA1-B134-9482F5CD7689}"/>
                </a:ext>
              </a:extLst>
            </p:cNvPr>
            <p:cNvSpPr/>
            <p:nvPr userDrawn="1"/>
          </p:nvSpPr>
          <p:spPr>
            <a:xfrm>
              <a:off x="2457970" y="1686431"/>
              <a:ext cx="1828800" cy="1828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502070B-3F7D-436A-849C-FB64175E8B45}"/>
                </a:ext>
              </a:extLst>
            </p:cNvPr>
            <p:cNvSpPr/>
            <p:nvPr userDrawn="1"/>
          </p:nvSpPr>
          <p:spPr>
            <a:xfrm>
              <a:off x="0" y="6108192"/>
              <a:ext cx="2029968" cy="749808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Rectangle 9">
              <a:extLst>
                <a:ext uri="{FF2B5EF4-FFF2-40B4-BE49-F238E27FC236}">
                  <a16:creationId xmlns:a16="http://schemas.microsoft.com/office/drawing/2014/main" id="{675AAC8A-F8AB-44A3-9748-96464E9E0B6B}"/>
                </a:ext>
              </a:extLst>
            </p:cNvPr>
            <p:cNvSpPr/>
            <p:nvPr userDrawn="1"/>
          </p:nvSpPr>
          <p:spPr>
            <a:xfrm>
              <a:off x="4054172" y="4069080"/>
              <a:ext cx="2788920" cy="2788920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AC3F6810-4D95-4C6E-A30A-459BAD7510FE}"/>
                </a:ext>
              </a:extLst>
            </p:cNvPr>
            <p:cNvGrpSpPr/>
            <p:nvPr userDrawn="1"/>
          </p:nvGrpSpPr>
          <p:grpSpPr>
            <a:xfrm>
              <a:off x="23853" y="2101527"/>
              <a:ext cx="1920240" cy="1920240"/>
              <a:chOff x="5361924" y="7472790"/>
              <a:chExt cx="1828800" cy="1828800"/>
            </a:xfrm>
          </p:grpSpPr>
          <p:grpSp>
            <p:nvGrpSpPr>
              <p:cNvPr id="115" name="Group 114">
                <a:extLst>
                  <a:ext uri="{FF2B5EF4-FFF2-40B4-BE49-F238E27FC236}">
                    <a16:creationId xmlns:a16="http://schemas.microsoft.com/office/drawing/2014/main" id="{81973B3A-7185-45FB-A2E6-A7BDE6414DF3}"/>
                  </a:ext>
                </a:extLst>
              </p:cNvPr>
              <p:cNvGrpSpPr/>
              <p:nvPr userDrawn="1"/>
            </p:nvGrpSpPr>
            <p:grpSpPr>
              <a:xfrm>
                <a:off x="5361924" y="7472790"/>
                <a:ext cx="1828800" cy="1828800"/>
                <a:chOff x="5361924" y="7472790"/>
                <a:chExt cx="1828800" cy="1828800"/>
              </a:xfrm>
            </p:grpSpPr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DACFFF66-0600-406E-AF42-9FD8E8EDB397}"/>
                    </a:ext>
                  </a:extLst>
                </p:cNvPr>
                <p:cNvGrpSpPr/>
                <p:nvPr userDrawn="1"/>
              </p:nvGrpSpPr>
              <p:grpSpPr>
                <a:xfrm>
                  <a:off x="5361924" y="7472790"/>
                  <a:ext cx="1828800" cy="1828800"/>
                  <a:chOff x="5388428" y="7173291"/>
                  <a:chExt cx="1828800" cy="1828800"/>
                </a:xfrm>
              </p:grpSpPr>
              <p:grpSp>
                <p:nvGrpSpPr>
                  <p:cNvPr id="96" name="Group 95">
                    <a:extLst>
                      <a:ext uri="{FF2B5EF4-FFF2-40B4-BE49-F238E27FC236}">
                        <a16:creationId xmlns:a16="http://schemas.microsoft.com/office/drawing/2014/main" id="{9411687D-2631-487B-AEAB-39750C9E52BF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5388428" y="7173291"/>
                    <a:ext cx="1828800" cy="1828800"/>
                    <a:chOff x="5388428" y="7173291"/>
                    <a:chExt cx="1828800" cy="1828800"/>
                  </a:xfrm>
                </p:grpSpPr>
                <p:grpSp>
                  <p:nvGrpSpPr>
                    <p:cNvPr id="90" name="Group 89">
                      <a:extLst>
                        <a:ext uri="{FF2B5EF4-FFF2-40B4-BE49-F238E27FC236}">
                          <a16:creationId xmlns:a16="http://schemas.microsoft.com/office/drawing/2014/main" id="{4BDDEAF6-0726-4BF4-96D7-EBA489ABF3E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5388428" y="7173291"/>
                      <a:ext cx="1828800" cy="1828800"/>
                      <a:chOff x="5579044" y="7049770"/>
                      <a:chExt cx="1828800" cy="1828800"/>
                    </a:xfrm>
                  </p:grpSpPr>
                  <p:grpSp>
                    <p:nvGrpSpPr>
                      <p:cNvPr id="89" name="Group 88">
                        <a:extLst>
                          <a:ext uri="{FF2B5EF4-FFF2-40B4-BE49-F238E27FC236}">
                            <a16:creationId xmlns:a16="http://schemas.microsoft.com/office/drawing/2014/main" id="{F80BBFBA-D0FB-4E20-8981-F569A2A0B678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5579044" y="7049770"/>
                        <a:ext cx="1828800" cy="1828800"/>
                        <a:chOff x="5579044" y="7049770"/>
                        <a:chExt cx="1828800" cy="1828800"/>
                      </a:xfrm>
                    </p:grpSpPr>
                    <p:grpSp>
                      <p:nvGrpSpPr>
                        <p:cNvPr id="86" name="Group 85">
                          <a:extLst>
                            <a:ext uri="{FF2B5EF4-FFF2-40B4-BE49-F238E27FC236}">
                              <a16:creationId xmlns:a16="http://schemas.microsoft.com/office/drawing/2014/main" id="{6B3BCF7C-4204-4B1A-8371-96E859FC8425}"/>
                            </a:ext>
                          </a:extLst>
                        </p:cNvPr>
                        <p:cNvGrpSpPr/>
                        <p:nvPr userDrawn="1"/>
                      </p:nvGrpSpPr>
                      <p:grpSpPr>
                        <a:xfrm>
                          <a:off x="5579044" y="7049770"/>
                          <a:ext cx="1828800" cy="1828800"/>
                          <a:chOff x="5579044" y="7049770"/>
                          <a:chExt cx="1828800" cy="1828800"/>
                        </a:xfrm>
                      </p:grpSpPr>
                      <p:grpSp>
                        <p:nvGrpSpPr>
                          <p:cNvPr id="83" name="Group 82">
                            <a:extLst>
                              <a:ext uri="{FF2B5EF4-FFF2-40B4-BE49-F238E27FC236}">
                                <a16:creationId xmlns:a16="http://schemas.microsoft.com/office/drawing/2014/main" id="{31CF95CD-48BB-4659-870A-21584266D83F}"/>
                              </a:ext>
                            </a:extLst>
                          </p:cNvPr>
                          <p:cNvGrpSpPr/>
                          <p:nvPr userDrawn="1"/>
                        </p:nvGrpSpPr>
                        <p:grpSpPr>
                          <a:xfrm>
                            <a:off x="5579044" y="7049770"/>
                            <a:ext cx="1828800" cy="1828800"/>
                            <a:chOff x="5579044" y="7049770"/>
                            <a:chExt cx="1828800" cy="1828800"/>
                          </a:xfrm>
                        </p:grpSpPr>
                        <p:sp>
                          <p:nvSpPr>
                            <p:cNvPr id="78" name="Oval 77">
                              <a:extLst>
                                <a:ext uri="{FF2B5EF4-FFF2-40B4-BE49-F238E27FC236}">
                                  <a16:creationId xmlns:a16="http://schemas.microsoft.com/office/drawing/2014/main" id="{871E1954-F3FD-427D-8FFA-F28839673545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579044" y="7049770"/>
                              <a:ext cx="1828800" cy="182880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  <p:sp>
                          <p:nvSpPr>
                            <p:cNvPr id="80" name="Oval 79">
                              <a:extLst>
                                <a:ext uri="{FF2B5EF4-FFF2-40B4-BE49-F238E27FC236}">
                                  <a16:creationId xmlns:a16="http://schemas.microsoft.com/office/drawing/2014/main" id="{B655BD1D-8AE2-43E7-B1D4-17923D0E0171}"/>
                                </a:ext>
                              </a:extLst>
                            </p:cNvPr>
                            <p:cNvSpPr/>
                            <p:nvPr userDrawn="1"/>
                          </p:nvSpPr>
                          <p:spPr>
                            <a:xfrm>
                              <a:off x="5647624" y="7118350"/>
                              <a:ext cx="1691640" cy="1691640"/>
                            </a:xfrm>
                            <a:prstGeom prst="ellipse">
                              <a:avLst/>
                            </a:prstGeom>
                            <a:noFill/>
                            <a:ln w="25400">
                              <a:solidFill>
                                <a:schemeClr val="accent1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>
                              <a:schemeClr val="lt1"/>
                            </a:fontRef>
                          </p:style>
                          <p:txBody>
                            <a:bodyPr rtlCol="0" anchor="ctr"/>
                            <a:lstStyle/>
                            <a:p>
                              <a:pPr algn="ctr"/>
                              <a:r>
                                <a:rPr lang="en-US" dirty="0"/>
                                <a:t> </a:t>
                              </a:r>
                            </a:p>
                          </p:txBody>
                        </p:sp>
                      </p:grpSp>
                      <p:sp>
                        <p:nvSpPr>
                          <p:cNvPr id="82" name="Oval 81">
                            <a:extLst>
                              <a:ext uri="{FF2B5EF4-FFF2-40B4-BE49-F238E27FC236}">
                                <a16:creationId xmlns:a16="http://schemas.microsoft.com/office/drawing/2014/main" id="{9F92C461-5E10-49F3-B4F0-F320512C0756}"/>
                              </a:ext>
                            </a:extLst>
                          </p:cNvPr>
                          <p:cNvSpPr/>
                          <p:nvPr userDrawn="1"/>
                        </p:nvSpPr>
                        <p:spPr>
                          <a:xfrm>
                            <a:off x="5716204" y="7186930"/>
                            <a:ext cx="1554480" cy="1554480"/>
                          </a:xfrm>
                          <a:prstGeom prst="ellipse">
                            <a:avLst/>
                          </a:prstGeom>
                          <a:noFill/>
                          <a:ln w="25400">
                            <a:solidFill>
                              <a:schemeClr val="accent1"/>
                            </a:solidFill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>
                            <a:schemeClr val="lt1"/>
                          </a:fontRef>
                        </p:style>
                        <p:txBody>
                          <a:bodyPr rtlCol="0" anchor="ctr"/>
                          <a:lstStyle/>
                          <a:p>
                            <a:pPr algn="ctr"/>
                            <a:r>
                              <a:rPr lang="en-US" dirty="0"/>
                              <a:t> </a:t>
                            </a:r>
                          </a:p>
                        </p:txBody>
                      </p:sp>
                    </p:grpSp>
                    <p:sp>
                      <p:nvSpPr>
                        <p:cNvPr id="85" name="Oval 84">
                          <a:extLst>
                            <a:ext uri="{FF2B5EF4-FFF2-40B4-BE49-F238E27FC236}">
                              <a16:creationId xmlns:a16="http://schemas.microsoft.com/office/drawing/2014/main" id="{A6D57951-375C-41E9-BF45-DFC40F8E0A1A}"/>
                            </a:ext>
                          </a:extLst>
                        </p:cNvPr>
                        <p:cNvSpPr/>
                        <p:nvPr userDrawn="1"/>
                      </p:nvSpPr>
                      <p:spPr>
                        <a:xfrm>
                          <a:off x="5784784" y="7255510"/>
                          <a:ext cx="1417320" cy="1417320"/>
                        </a:xfrm>
                        <a:prstGeom prst="ellipse">
                          <a:avLst/>
                        </a:prstGeom>
                        <a:noFill/>
                        <a:ln w="25400">
                          <a:solidFill>
                            <a:schemeClr val="accent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r>
                            <a:rPr lang="en-US" dirty="0"/>
                            <a:t> </a:t>
                          </a:r>
                        </a:p>
                      </p:txBody>
                    </p:sp>
                  </p:grpSp>
                  <p:sp>
                    <p:nvSpPr>
                      <p:cNvPr id="88" name="Oval 87">
                        <a:extLst>
                          <a:ext uri="{FF2B5EF4-FFF2-40B4-BE49-F238E27FC236}">
                            <a16:creationId xmlns:a16="http://schemas.microsoft.com/office/drawing/2014/main" id="{E4A4216D-DF9B-4DD9-989C-1F4040F3F4F7}"/>
                          </a:ext>
                        </a:extLst>
                      </p:cNvPr>
                      <p:cNvSpPr/>
                      <p:nvPr userDrawn="1"/>
                    </p:nvSpPr>
                    <p:spPr>
                      <a:xfrm>
                        <a:off x="5853364" y="7324090"/>
                        <a:ext cx="1280160" cy="1280160"/>
                      </a:xfrm>
                      <a:prstGeom prst="ellipse">
                        <a:avLst/>
                      </a:prstGeom>
                      <a:noFill/>
                      <a:ln w="25400">
                        <a:solidFill>
                          <a:schemeClr val="accent1"/>
                        </a:solidFill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r>
                          <a:rPr lang="en-US" dirty="0"/>
                          <a:t> </a:t>
                        </a:r>
                      </a:p>
                    </p:txBody>
                  </p:sp>
                </p:grpSp>
                <p:sp>
                  <p:nvSpPr>
                    <p:cNvPr id="92" name="Oval 91">
                      <a:extLst>
                        <a:ext uri="{FF2B5EF4-FFF2-40B4-BE49-F238E27FC236}">
                          <a16:creationId xmlns:a16="http://schemas.microsoft.com/office/drawing/2014/main" id="{3DCCC81D-9EE7-47A8-8A4C-74B5E047A33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5731328" y="7516191"/>
                      <a:ext cx="1143000" cy="1143000"/>
                    </a:xfrm>
                    <a:prstGeom prst="ellipse">
                      <a:avLst/>
                    </a:prstGeom>
                    <a:noFill/>
                    <a:ln w="25400">
                      <a:solidFill>
                        <a:schemeClr val="accent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r>
                        <a:rPr lang="en-US" dirty="0"/>
                        <a:t> </a:t>
                      </a:r>
                    </a:p>
                  </p:txBody>
                </p:sp>
              </p:grpSp>
              <p:sp>
                <p:nvSpPr>
                  <p:cNvPr id="95" name="Oval 94">
                    <a:extLst>
                      <a:ext uri="{FF2B5EF4-FFF2-40B4-BE49-F238E27FC236}">
                        <a16:creationId xmlns:a16="http://schemas.microsoft.com/office/drawing/2014/main" id="{9985F9FD-CFFB-417E-A560-28BD7BC7EE8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99908" y="7584771"/>
                    <a:ext cx="1005840" cy="1005840"/>
                  </a:xfrm>
                  <a:prstGeom prst="ellipse">
                    <a:avLst/>
                  </a:prstGeom>
                  <a:noFill/>
                  <a:ln w="25400">
                    <a:solidFill>
                      <a:schemeClr val="accent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dirty="0"/>
                      <a:t> </a:t>
                    </a:r>
                  </a:p>
                </p:txBody>
              </p:sp>
            </p:grp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9A923F7B-7D75-4E04-AE62-D5B99F645756}"/>
                    </a:ext>
                  </a:extLst>
                </p:cNvPr>
                <p:cNvSpPr/>
                <p:nvPr userDrawn="1"/>
              </p:nvSpPr>
              <p:spPr>
                <a:xfrm>
                  <a:off x="5841984" y="7952850"/>
                  <a:ext cx="868680" cy="86868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F0239D2C-73EF-42E3-B73F-E69B7C27F65B}"/>
                    </a:ext>
                  </a:extLst>
                </p:cNvPr>
                <p:cNvSpPr/>
                <p:nvPr userDrawn="1"/>
              </p:nvSpPr>
              <p:spPr>
                <a:xfrm>
                  <a:off x="5910564" y="8021430"/>
                  <a:ext cx="731520" cy="73152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9BA1C3D-ADED-4596-8A9D-3DEC7E848945}"/>
                    </a:ext>
                  </a:extLst>
                </p:cNvPr>
                <p:cNvSpPr/>
                <p:nvPr userDrawn="1"/>
              </p:nvSpPr>
              <p:spPr>
                <a:xfrm>
                  <a:off x="5979144" y="8090010"/>
                  <a:ext cx="594360" cy="59436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15F2BFA-6803-42A0-A870-794B120EF574}"/>
                    </a:ext>
                  </a:extLst>
                </p:cNvPr>
                <p:cNvSpPr/>
                <p:nvPr userDrawn="1"/>
              </p:nvSpPr>
              <p:spPr>
                <a:xfrm>
                  <a:off x="6047724" y="8158590"/>
                  <a:ext cx="457200" cy="45720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E09A173D-9FE5-446C-B59E-5D7C0A00BF6C}"/>
                    </a:ext>
                  </a:extLst>
                </p:cNvPr>
                <p:cNvSpPr/>
                <p:nvPr userDrawn="1"/>
              </p:nvSpPr>
              <p:spPr>
                <a:xfrm>
                  <a:off x="6116304" y="8227170"/>
                  <a:ext cx="320040" cy="320040"/>
                </a:xfrm>
                <a:prstGeom prst="ellipse">
                  <a:avLst/>
                </a:prstGeom>
                <a:noFill/>
                <a:ln w="25400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dirty="0"/>
                    <a:t> </a:t>
                  </a:r>
                </a:p>
              </p:txBody>
            </p:sp>
          </p:grp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974C3792-995F-4717-8C8B-089BBA7DE9C7}"/>
                  </a:ext>
                </a:extLst>
              </p:cNvPr>
              <p:cNvSpPr/>
              <p:nvPr userDrawn="1"/>
            </p:nvSpPr>
            <p:spPr>
              <a:xfrm>
                <a:off x="6184884" y="8295750"/>
                <a:ext cx="182880" cy="182880"/>
              </a:xfrm>
              <a:prstGeom prst="ellipse">
                <a:avLst/>
              </a:prstGeom>
              <a:noFill/>
              <a:ln w="2540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 </a:t>
                </a:r>
              </a:p>
            </p:txBody>
          </p:sp>
        </p:grp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C8FD950B-0E2B-4905-8DE9-195E24B2ABE7}"/>
                </a:ext>
              </a:extLst>
            </p:cNvPr>
            <p:cNvSpPr/>
            <p:nvPr userDrawn="1"/>
          </p:nvSpPr>
          <p:spPr>
            <a:xfrm rot="10800000">
              <a:off x="1013527" y="2043171"/>
              <a:ext cx="1014984" cy="2029968"/>
            </a:xfrm>
            <a:custGeom>
              <a:avLst/>
              <a:gdLst>
                <a:gd name="connsiteX0" fmla="*/ 1248 w 915648"/>
                <a:gd name="connsiteY0" fmla="*/ 0 h 1828800"/>
                <a:gd name="connsiteX1" fmla="*/ 915648 w 915648"/>
                <a:gd name="connsiteY1" fmla="*/ 914400 h 1828800"/>
                <a:gd name="connsiteX2" fmla="*/ 1248 w 915648"/>
                <a:gd name="connsiteY2" fmla="*/ 1828800 h 1828800"/>
                <a:gd name="connsiteX3" fmla="*/ 0 w 915648"/>
                <a:gd name="connsiteY3" fmla="*/ 1828737 h 1828800"/>
                <a:gd name="connsiteX4" fmla="*/ 0 w 915648"/>
                <a:gd name="connsiteY4" fmla="*/ 63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5648" h="1828800">
                  <a:moveTo>
                    <a:pt x="1248" y="0"/>
                  </a:moveTo>
                  <a:cubicBezTo>
                    <a:pt x="506257" y="0"/>
                    <a:pt x="915648" y="409391"/>
                    <a:pt x="915648" y="914400"/>
                  </a:cubicBezTo>
                  <a:cubicBezTo>
                    <a:pt x="915648" y="1419409"/>
                    <a:pt x="506257" y="1828800"/>
                    <a:pt x="1248" y="1828800"/>
                  </a:cubicBezTo>
                  <a:lnTo>
                    <a:pt x="0" y="1828737"/>
                  </a:lnTo>
                  <a:lnTo>
                    <a:pt x="0" y="63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8" name="Rectangle 9">
              <a:extLst>
                <a:ext uri="{FF2B5EF4-FFF2-40B4-BE49-F238E27FC236}">
                  <a16:creationId xmlns:a16="http://schemas.microsoft.com/office/drawing/2014/main" id="{D0B57759-E007-4FD0-9C6B-356DC53050C4}"/>
                </a:ext>
              </a:extLst>
            </p:cNvPr>
            <p:cNvSpPr/>
            <p:nvPr userDrawn="1"/>
          </p:nvSpPr>
          <p:spPr>
            <a:xfrm rot="5400000">
              <a:off x="2028432" y="4821048"/>
              <a:ext cx="2029968" cy="2029968"/>
            </a:xfrm>
            <a:custGeom>
              <a:avLst/>
              <a:gdLst>
                <a:gd name="connsiteX0" fmla="*/ 0 w 1828800"/>
                <a:gd name="connsiteY0" fmla="*/ 0 h 1828800"/>
                <a:gd name="connsiteX1" fmla="*/ 1828800 w 1828800"/>
                <a:gd name="connsiteY1" fmla="*/ 0 h 1828800"/>
                <a:gd name="connsiteX2" fmla="*/ 1828800 w 1828800"/>
                <a:gd name="connsiteY2" fmla="*/ 1828800 h 1828800"/>
                <a:gd name="connsiteX3" fmla="*/ 0 w 1828800"/>
                <a:gd name="connsiteY3" fmla="*/ 1828800 h 1828800"/>
                <a:gd name="connsiteX4" fmla="*/ 0 w 1828800"/>
                <a:gd name="connsiteY4" fmla="*/ 0 h 1828800"/>
                <a:gd name="connsiteX0" fmla="*/ 0 w 1828800"/>
                <a:gd name="connsiteY0" fmla="*/ 0 h 1828800"/>
                <a:gd name="connsiteX1" fmla="*/ 1828800 w 1828800"/>
                <a:gd name="connsiteY1" fmla="*/ 1828800 h 1828800"/>
                <a:gd name="connsiteX2" fmla="*/ 0 w 1828800"/>
                <a:gd name="connsiteY2" fmla="*/ 1828800 h 1828800"/>
                <a:gd name="connsiteX3" fmla="*/ 0 w 1828800"/>
                <a:gd name="connsiteY3" fmla="*/ 0 h 1828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828800" h="1828800">
                  <a:moveTo>
                    <a:pt x="0" y="0"/>
                  </a:moveTo>
                  <a:lnTo>
                    <a:pt x="1828800" y="1828800"/>
                  </a:lnTo>
                  <a:lnTo>
                    <a:pt x="0" y="18288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273C520A-0126-47DA-A75B-1A38883907A2}"/>
                </a:ext>
              </a:extLst>
            </p:cNvPr>
            <p:cNvSpPr/>
            <p:nvPr userDrawn="1"/>
          </p:nvSpPr>
          <p:spPr>
            <a:xfrm>
              <a:off x="861942" y="888111"/>
              <a:ext cx="274320" cy="2743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AB12487D-8BC9-4BEB-B6A7-B9DD702B2BD3}"/>
                </a:ext>
              </a:extLst>
            </p:cNvPr>
            <p:cNvSpPr/>
            <p:nvPr userDrawn="1"/>
          </p:nvSpPr>
          <p:spPr>
            <a:xfrm>
              <a:off x="0" y="4082178"/>
              <a:ext cx="2029968" cy="2029968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97" name="Graphic 296">
              <a:extLst>
                <a:ext uri="{FF2B5EF4-FFF2-40B4-BE49-F238E27FC236}">
                  <a16:creationId xmlns:a16="http://schemas.microsoft.com/office/drawing/2014/main" id="{AEE6DE36-A3C9-4D40-B471-F49B6A875D3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2029016" y="2051944"/>
              <a:ext cx="2029968" cy="2029968"/>
            </a:xfrm>
            <a:prstGeom prst="rect">
              <a:avLst/>
            </a:prstGeom>
          </p:spPr>
        </p:pic>
        <p:pic>
          <p:nvPicPr>
            <p:cNvPr id="299" name="Graphic 298">
              <a:extLst>
                <a:ext uri="{FF2B5EF4-FFF2-40B4-BE49-F238E27FC236}">
                  <a16:creationId xmlns:a16="http://schemas.microsoft.com/office/drawing/2014/main" id="{99FF86FA-8891-4235-B88B-CFCA3B57E53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0" y="4078224"/>
              <a:ext cx="2029968" cy="2029968"/>
            </a:xfrm>
            <a:prstGeom prst="rect">
              <a:avLst/>
            </a:prstGeom>
          </p:spPr>
        </p:pic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7ADD6DC9-9036-47C7-AAE5-8AF23CE0C81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974376" y="989441"/>
              <a:ext cx="5867327" cy="5867206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6C25C416-A3A2-4CF9-9532-2C0BFB51CFD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00245" y="544285"/>
            <a:ext cx="5528217" cy="2685383"/>
          </a:xfrm>
        </p:spPr>
        <p:txBody>
          <a:bodyPr anchor="b">
            <a:normAutofit/>
          </a:bodyPr>
          <a:lstStyle>
            <a:lvl1pPr algn="l">
              <a:defRPr sz="4400" cap="all" baseline="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D32955-BB06-40DE-A14A-2170FD41AD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896340" y="3423773"/>
            <a:ext cx="5528217" cy="2029969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0"/>
              </a:spcBef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3839583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8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3240" userDrawn="1">
          <p15:clr>
            <a:srgbClr val="FBAE40"/>
          </p15:clr>
        </p15:guide>
        <p15:guide id="4" orient="horz" pos="2260" userDrawn="1">
          <p15:clr>
            <a:srgbClr val="FBAE40"/>
          </p15:clr>
        </p15:guide>
        <p15:guide id="5" pos="7296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0D4-B0ED-42D9-BC6D-AF4F1F9C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365125"/>
            <a:ext cx="106680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C607AE-E8B7-4C3B-A6DA-04289E2F0A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2000" y="1825625"/>
            <a:ext cx="10668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1917CC-671D-47EA-B065-51E87EC27B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20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12/11/2023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D0B54-5D87-4D1B-9C6E-5A7B87C833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ADFFD-0FF7-4DDC-8879-918576F63E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819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4305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66" r:id="rId2"/>
    <p:sldLayoutId id="2147483704" r:id="rId3"/>
    <p:sldLayoutId id="2147483702" r:id="rId4"/>
    <p:sldLayoutId id="2147483678" r:id="rId5"/>
    <p:sldLayoutId id="2147483681" r:id="rId6"/>
    <p:sldLayoutId id="2147483696" r:id="rId7"/>
    <p:sldLayoutId id="2147483691" r:id="rId8"/>
    <p:sldLayoutId id="2147483677" r:id="rId9"/>
    <p:sldLayoutId id="2147483699" r:id="rId10"/>
    <p:sldLayoutId id="2147483685" r:id="rId11"/>
    <p:sldLayoutId id="2147483676" r:id="rId12"/>
    <p:sldLayoutId id="2147483649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576" userDrawn="1">
          <p15:clr>
            <a:srgbClr val="5ACBF0"/>
          </p15:clr>
        </p15:guide>
        <p15:guide id="2" pos="1920" userDrawn="1">
          <p15:clr>
            <a:srgbClr val="F26B43"/>
          </p15:clr>
        </p15:guide>
        <p15:guide id="3" pos="5760" userDrawn="1">
          <p15:clr>
            <a:srgbClr val="F26B43"/>
          </p15:clr>
        </p15:guide>
        <p15:guide id="4" orient="horz" pos="2160" userDrawn="1">
          <p15:clr>
            <a:srgbClr val="F26B43"/>
          </p15:clr>
        </p15:guide>
        <p15:guide id="5" pos="1272" userDrawn="1">
          <p15:clr>
            <a:srgbClr val="9FCC3B"/>
          </p15:clr>
        </p15:guide>
        <p15:guide id="6" pos="2544" userDrawn="1">
          <p15:clr>
            <a:srgbClr val="9FCC3B"/>
          </p15:clr>
        </p15:guide>
        <p15:guide id="7" pos="5112" userDrawn="1">
          <p15:clr>
            <a:srgbClr val="9FCC3B"/>
          </p15:clr>
        </p15:guide>
        <p15:guide id="8" pos="6408" userDrawn="1">
          <p15:clr>
            <a:srgbClr val="9FCC3B"/>
          </p15:clr>
        </p15:guide>
        <p15:guide id="9" pos="3940" userDrawn="1">
          <p15:clr>
            <a:srgbClr val="F26B43"/>
          </p15:clr>
        </p15:guide>
        <p15:guide id="10" pos="7104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98181" y="1633702"/>
            <a:ext cx="6856292" cy="3590596"/>
          </a:xfrm>
        </p:spPr>
        <p:txBody>
          <a:bodyPr>
            <a:normAutofit fontScale="90000"/>
          </a:bodyPr>
          <a:lstStyle/>
          <a:p>
            <a:pPr algn="r"/>
            <a:r>
              <a:rPr lang="en-US" dirty="0" err="1"/>
              <a:t>Cápsula</a:t>
            </a:r>
            <a:r>
              <a:rPr lang="en-US" dirty="0"/>
              <a:t>:</a:t>
            </a:r>
            <a:br>
              <a:rPr lang="en-US" dirty="0"/>
            </a:br>
            <a:br>
              <a:rPr lang="en-US" dirty="0"/>
            </a:br>
            <a:r>
              <a:rPr lang="en-US" dirty="0" err="1"/>
              <a:t>Programación</a:t>
            </a:r>
            <a:r>
              <a:rPr lang="en-US" dirty="0"/>
              <a:t> </a:t>
            </a:r>
            <a:r>
              <a:rPr lang="en-US" dirty="0" err="1"/>
              <a:t>orientada</a:t>
            </a:r>
            <a:r>
              <a:rPr lang="en-US" dirty="0"/>
              <a:t> a </a:t>
            </a:r>
            <a:r>
              <a:rPr lang="en-US" dirty="0" err="1"/>
              <a:t>objetos</a:t>
            </a:r>
            <a:br>
              <a:rPr lang="en-US" dirty="0"/>
            </a:br>
            <a:r>
              <a:rPr lang="en-US" sz="1300" dirty="0" err="1"/>
              <a:t>ayudante</a:t>
            </a:r>
            <a:r>
              <a:rPr lang="en-US" sz="1300" dirty="0"/>
              <a:t>: </a:t>
            </a:r>
            <a:r>
              <a:rPr lang="en-US" sz="1300" dirty="0" err="1"/>
              <a:t>elismar</a:t>
            </a:r>
            <a:r>
              <a:rPr lang="en-US" sz="1300" dirty="0"/>
              <a:t> </a:t>
            </a:r>
            <a:r>
              <a:rPr lang="en-US" sz="1300" dirty="0" err="1"/>
              <a:t>suárez</a:t>
            </a:r>
            <a:r>
              <a:rPr lang="en-US" sz="9800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AD2AE59-5630-4D5C-83A9-4CDEF4D7DC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219" y="495301"/>
            <a:ext cx="8233879" cy="1988706"/>
          </a:xfrm>
        </p:spPr>
        <p:txBody>
          <a:bodyPr anchor="t">
            <a:normAutofit/>
          </a:bodyPr>
          <a:lstStyle/>
          <a:p>
            <a:r>
              <a:rPr lang="en-US" dirty="0"/>
              <a:t>EJEMPLO DE UN DIAGRAMA DE CLASES UML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61B51-19E8-1412-3155-39DDEACA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74091" y="635508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82C249-1CF3-B572-3F5F-C73092DA07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247" y="1978091"/>
            <a:ext cx="10777534" cy="474211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516945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3251268-42B4-3B45-A59B-740E2DB97A00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520440" y="3259056"/>
            <a:ext cx="2994660" cy="3006531"/>
          </a:xfrm>
        </p:spPr>
        <p:txBody>
          <a:bodyPr>
            <a:normAutofit/>
          </a:bodyPr>
          <a:lstStyle/>
          <a:p>
            <a:r>
              <a:rPr lang="en-US" dirty="0"/>
              <a:t>}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3DE1AA4-0AE6-C6D5-E252-BBD5ED259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4ACE22-26EC-70BB-99B0-3EF2D9C5C9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939" r="1385" b="15959"/>
          <a:stretch/>
        </p:blipFill>
        <p:spPr>
          <a:xfrm>
            <a:off x="387927" y="378613"/>
            <a:ext cx="2552797" cy="61602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767B78-0002-CA4F-5D04-27AEFE0B6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3918" y="910176"/>
            <a:ext cx="8490155" cy="292390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F62C136-02DB-3C00-0840-CD55DA189E11}"/>
              </a:ext>
            </a:extLst>
          </p:cNvPr>
          <p:cNvSpPr txBox="1"/>
          <p:nvPr/>
        </p:nvSpPr>
        <p:spPr>
          <a:xfrm>
            <a:off x="3378038" y="4047822"/>
            <a:ext cx="80956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0" i="0" dirty="0">
                <a:effectLst/>
                <a:latin typeface="DeepSeek-CJK-patch"/>
              </a:rPr>
              <a:t>Es una colección de métodos abstractos (sin implementación)</a:t>
            </a:r>
            <a:r>
              <a:rPr lang="es-CL" dirty="0"/>
              <a:t> que </a:t>
            </a:r>
            <a:r>
              <a:rPr lang="es-ES" b="1" i="0" dirty="0">
                <a:effectLst/>
                <a:latin typeface="DeepSeek-CJK-patch"/>
              </a:rPr>
              <a:t>se definen en la interfaz</a:t>
            </a:r>
            <a:r>
              <a:rPr lang="es-ES" b="0" i="0" dirty="0">
                <a:effectLst/>
                <a:latin typeface="DeepSeek-CJK-patch"/>
              </a:rPr>
              <a:t> pero </a:t>
            </a:r>
            <a:r>
              <a:rPr lang="es-ES" b="1" i="0" dirty="0">
                <a:effectLst/>
                <a:latin typeface="DeepSeek-CJK-patch"/>
              </a:rPr>
              <a:t>se implementan (instancian) en las clases</a:t>
            </a:r>
            <a:r>
              <a:rPr lang="es-ES" b="0" i="0" dirty="0">
                <a:effectLst/>
                <a:latin typeface="DeepSeek-CJK-patch"/>
              </a:rPr>
              <a:t> que la usan.</a:t>
            </a:r>
            <a:r>
              <a:rPr lang="es-CL" b="0" i="0" dirty="0">
                <a:effectLst/>
                <a:latin typeface="DeepSeek-CJK-patch"/>
              </a:rPr>
              <a:t> Por lo que </a:t>
            </a:r>
            <a:r>
              <a:rPr lang="es-CL" dirty="0">
                <a:latin typeface="DeepSeek-CJK-patch"/>
              </a:rPr>
              <a:t>obligatoriamente debe tener clases hijas. </a:t>
            </a:r>
          </a:p>
          <a:p>
            <a:endParaRPr lang="es-CL" dirty="0">
              <a:latin typeface="DeepSeek-CJK-patch"/>
            </a:endParaRPr>
          </a:p>
          <a:p>
            <a:r>
              <a:rPr lang="es-CL" dirty="0">
                <a:latin typeface="DeepSeek-CJK-patch"/>
              </a:rPr>
              <a:t>No tiene constructores.</a:t>
            </a:r>
          </a:p>
          <a:p>
            <a:endParaRPr lang="es-CL" dirty="0">
              <a:latin typeface="DeepSeek-CJK-patch"/>
            </a:endParaRPr>
          </a:p>
          <a:p>
            <a:r>
              <a:rPr lang="es-CL" dirty="0">
                <a:latin typeface="DeepSeek-CJK-patch"/>
                <a:sym typeface="Wingdings" panose="05000000000000000000" pitchFamily="2" charset="2"/>
              </a:rPr>
              <a:t> Los archivos .java pertenecen a la misma carpeta. </a:t>
            </a:r>
            <a:endParaRPr lang="es-C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17F5536-BC79-C93B-914E-CF9B9D3BAEDA}"/>
              </a:ext>
            </a:extLst>
          </p:cNvPr>
          <p:cNvSpPr txBox="1"/>
          <p:nvPr/>
        </p:nvSpPr>
        <p:spPr>
          <a:xfrm>
            <a:off x="5829300" y="75974"/>
            <a:ext cx="570807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/>
              <a:t>INTERFAZ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418789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2084570D-9D49-F2B9-D89F-434697494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2574" y="896111"/>
            <a:ext cx="9866540" cy="1358140"/>
          </a:xfrm>
        </p:spPr>
        <p:txBody>
          <a:bodyPr/>
          <a:lstStyle/>
          <a:p>
            <a:r>
              <a:rPr lang="es-CL" dirty="0"/>
              <a:t>CLASE ABSTRACTA 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ABE4EFB-A0CC-1331-764B-3312D46E421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 l="20913" t="-307" r="-50" b="30554"/>
          <a:stretch/>
        </p:blipFill>
        <p:spPr>
          <a:xfrm>
            <a:off x="-1250" y="1912471"/>
            <a:ext cx="8273935" cy="3536949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6094274E-31F4-FDCB-EC95-6428C984CFF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98542" y="1828800"/>
            <a:ext cx="3362832" cy="43286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/>
              <a:t>Una </a:t>
            </a:r>
            <a:r>
              <a:rPr lang="en-US" b="1" dirty="0"/>
              <a:t>Clase Abstracta </a:t>
            </a:r>
            <a:r>
              <a:rPr lang="en-US" dirty="0"/>
              <a:t>es </a:t>
            </a:r>
            <a:r>
              <a:rPr lang="en-US" dirty="0" err="1"/>
              <a:t>utilizada</a:t>
            </a:r>
            <a:r>
              <a:rPr lang="en-US" dirty="0"/>
              <a:t> para </a:t>
            </a:r>
            <a:r>
              <a:rPr lang="en-US" dirty="0" err="1"/>
              <a:t>crear</a:t>
            </a:r>
            <a:r>
              <a:rPr lang="en-US" dirty="0"/>
              <a:t> </a:t>
            </a:r>
            <a:r>
              <a:rPr lang="en-US" dirty="0" err="1"/>
              <a:t>plantillas</a:t>
            </a:r>
            <a:r>
              <a:rPr lang="en-US" dirty="0"/>
              <a:t> de </a:t>
            </a:r>
            <a:r>
              <a:rPr lang="en-US" dirty="0" err="1"/>
              <a:t>otras</a:t>
            </a:r>
            <a:r>
              <a:rPr lang="en-US" dirty="0"/>
              <a:t> </a:t>
            </a:r>
            <a:r>
              <a:rPr lang="en-US" dirty="0" err="1"/>
              <a:t>clases</a:t>
            </a:r>
            <a:r>
              <a:rPr lang="en-US" dirty="0"/>
              <a:t> </a:t>
            </a:r>
            <a:r>
              <a:rPr lang="en-US" dirty="0" err="1"/>
              <a:t>pues</a:t>
            </a:r>
            <a:r>
              <a:rPr lang="en-US" dirty="0"/>
              <a:t> genera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estructura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com</a:t>
            </a:r>
            <a:r>
              <a:rPr lang="es-CL" dirty="0" err="1"/>
              <a:t>ún</a:t>
            </a:r>
            <a:r>
              <a:rPr lang="es-CL" dirty="0"/>
              <a:t>. </a:t>
            </a:r>
            <a:r>
              <a:rPr lang="en-US" dirty="0"/>
              <a:t> Se </a:t>
            </a:r>
            <a:r>
              <a:rPr lang="en-US" dirty="0" err="1"/>
              <a:t>caracteriza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ser </a:t>
            </a:r>
            <a:r>
              <a:rPr lang="en-US" b="1" dirty="0" err="1"/>
              <a:t>clase</a:t>
            </a:r>
            <a:r>
              <a:rPr lang="en-US" b="1" dirty="0"/>
              <a:t> padre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una</a:t>
            </a:r>
            <a:r>
              <a:rPr lang="en-US" dirty="0"/>
              <a:t> </a:t>
            </a:r>
            <a:r>
              <a:rPr lang="en-US" dirty="0" err="1"/>
              <a:t>relación</a:t>
            </a:r>
            <a:r>
              <a:rPr lang="en-US" dirty="0"/>
              <a:t> de </a:t>
            </a:r>
            <a:r>
              <a:rPr lang="en-US" dirty="0" err="1"/>
              <a:t>herencia</a:t>
            </a:r>
            <a:r>
              <a:rPr lang="en-US" dirty="0"/>
              <a:t>. </a:t>
            </a:r>
          </a:p>
          <a:p>
            <a:pPr marL="0" indent="0" algn="just">
              <a:buNone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Pueden</a:t>
            </a:r>
            <a:r>
              <a:rPr lang="en-US" dirty="0"/>
              <a:t> </a:t>
            </a:r>
            <a:r>
              <a:rPr lang="en-US" dirty="0" err="1"/>
              <a:t>tener</a:t>
            </a:r>
            <a:r>
              <a:rPr lang="en-US" dirty="0"/>
              <a:t> </a:t>
            </a:r>
            <a:r>
              <a:rPr lang="en-US" dirty="0" err="1"/>
              <a:t>contructores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abstractos</a:t>
            </a:r>
            <a:r>
              <a:rPr lang="en-US" dirty="0"/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/>
              <a:t>Métodos</a:t>
            </a:r>
            <a:r>
              <a:rPr lang="en-US" dirty="0"/>
              <a:t> </a:t>
            </a:r>
            <a:r>
              <a:rPr lang="en-US" dirty="0" err="1"/>
              <a:t>concretos</a:t>
            </a: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27DCA-F11F-1716-00DA-9EF49F1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F14929-3D75-53E2-42C3-DFB0F37999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5DA2CF95-E845-AE60-14D8-206C76CC0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7303" y="830950"/>
            <a:ext cx="9866540" cy="1358140"/>
          </a:xfrm>
        </p:spPr>
        <p:txBody>
          <a:bodyPr/>
          <a:lstStyle/>
          <a:p>
            <a:r>
              <a:rPr lang="es-CL" dirty="0"/>
              <a:t>GET &amp; SET</a:t>
            </a:r>
            <a:br>
              <a:rPr lang="es-CL" dirty="0"/>
            </a:b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26380D8-EF4A-F970-EB83-68F747E3632D}"/>
              </a:ext>
            </a:extLst>
          </p:cNvPr>
          <p:cNvPicPr>
            <a:picLocks noGrp="1" noChangeAspect="1"/>
          </p:cNvPicPr>
          <p:nvPr>
            <p:ph sz="half" idx="15"/>
          </p:nvPr>
        </p:nvPicPr>
        <p:blipFill>
          <a:blip r:embed="rId3"/>
          <a:srcRect l="21839" t="6534" r="2420" b="825"/>
          <a:stretch/>
        </p:blipFill>
        <p:spPr>
          <a:xfrm>
            <a:off x="330626" y="1609460"/>
            <a:ext cx="7918825" cy="4697506"/>
          </a:xfrm>
          <a:noFill/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A14CBD77-1CE5-1882-67C0-474D895436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98542" y="1828800"/>
            <a:ext cx="3362832" cy="4328669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dirty="0" err="1"/>
              <a:t>Fundamentales</a:t>
            </a:r>
            <a:r>
              <a:rPr lang="en-US" dirty="0"/>
              <a:t> para la POO, principio de </a:t>
            </a:r>
            <a:r>
              <a:rPr lang="en-US" dirty="0" err="1"/>
              <a:t>encapsulamiento</a:t>
            </a:r>
            <a:r>
              <a:rPr lang="en-US" dirty="0"/>
              <a:t>.</a:t>
            </a:r>
          </a:p>
          <a:p>
            <a:pPr marL="0" indent="0" algn="just">
              <a:buNone/>
            </a:pPr>
            <a:endParaRPr lang="en-US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Método</a:t>
            </a:r>
            <a:r>
              <a:rPr lang="en-US" b="1" dirty="0"/>
              <a:t> get: </a:t>
            </a:r>
            <a:r>
              <a:rPr lang="es-ES" i="0" dirty="0">
                <a:solidFill>
                  <a:srgbClr val="F8FAFF"/>
                </a:solidFill>
                <a:effectLst/>
                <a:latin typeface="DeepSeek-CJK-patch"/>
              </a:rPr>
              <a:t>Se usa para </a:t>
            </a:r>
            <a:r>
              <a:rPr lang="es-ES" b="1" i="0" dirty="0">
                <a:solidFill>
                  <a:srgbClr val="F8FAFF"/>
                </a:solidFill>
                <a:effectLst/>
                <a:latin typeface="DeepSeek-CJK-patch"/>
              </a:rPr>
              <a:t>obtener </a:t>
            </a:r>
            <a:r>
              <a:rPr lang="es-ES" i="0" dirty="0">
                <a:solidFill>
                  <a:srgbClr val="F8FAFF"/>
                </a:solidFill>
                <a:effectLst/>
                <a:latin typeface="DeepSeek-CJK-patch"/>
              </a:rPr>
              <a:t>el valor de un atributo privado.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b="1" dirty="0" err="1"/>
              <a:t>Método</a:t>
            </a:r>
            <a:r>
              <a:rPr lang="en-US" b="1" dirty="0"/>
              <a:t> set: </a:t>
            </a:r>
            <a:r>
              <a:rPr lang="es-ES" b="0" i="0" dirty="0">
                <a:solidFill>
                  <a:srgbClr val="F8FAFF"/>
                </a:solidFill>
                <a:effectLst/>
                <a:latin typeface="DeepSeek-CJK-patch"/>
              </a:rPr>
              <a:t>Se usa para </a:t>
            </a:r>
            <a:r>
              <a:rPr lang="es-ES" b="1" i="0" dirty="0">
                <a:solidFill>
                  <a:srgbClr val="F8FAFF"/>
                </a:solidFill>
                <a:effectLst/>
                <a:latin typeface="DeepSeek-CJK-patch"/>
              </a:rPr>
              <a:t>modificar/establecer</a:t>
            </a:r>
            <a:r>
              <a:rPr lang="es-ES" b="0" i="0" dirty="0">
                <a:solidFill>
                  <a:srgbClr val="F8FAFF"/>
                </a:solidFill>
                <a:effectLst/>
                <a:latin typeface="DeepSeek-CJK-patch"/>
              </a:rPr>
              <a:t> el valor de un atributo privado.</a:t>
            </a:r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 algn="just">
              <a:buNone/>
            </a:pPr>
            <a:endParaRPr lang="en-US" dirty="0"/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es-CL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483429-D82B-1DEC-7AB3-8BF1DCCDF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295" y="6356350"/>
            <a:ext cx="457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5CEABB6-07DC-46E8-9B57-56EC44A396E5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AA51D1-CAE0-62D6-0E9C-E2402E79D522}"/>
              </a:ext>
            </a:extLst>
          </p:cNvPr>
          <p:cNvSpPr/>
          <p:nvPr/>
        </p:nvSpPr>
        <p:spPr>
          <a:xfrm>
            <a:off x="1001763" y="4502110"/>
            <a:ext cx="3814854" cy="1804856"/>
          </a:xfrm>
          <a:prstGeom prst="rect">
            <a:avLst/>
          </a:prstGeom>
          <a:noFill/>
          <a:ln w="762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DFD652-9AE1-66BB-7E28-CE8F9AA67FB1}"/>
              </a:ext>
            </a:extLst>
          </p:cNvPr>
          <p:cNvCxnSpPr>
            <a:cxnSpLocks/>
          </p:cNvCxnSpPr>
          <p:nvPr/>
        </p:nvCxnSpPr>
        <p:spPr>
          <a:xfrm flipH="1">
            <a:off x="2818916" y="2254535"/>
            <a:ext cx="1997701" cy="0"/>
          </a:xfrm>
          <a:prstGeom prst="straightConnector1">
            <a:avLst/>
          </a:prstGeom>
          <a:ln w="28575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984548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626EB9-E017-F689-E975-CBA26C30F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CDF3F537-9C3C-E2C6-C0F1-F47BB2D9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1DE07F-0FD5-0C6A-CD82-FAD536987153}"/>
              </a:ext>
            </a:extLst>
          </p:cNvPr>
          <p:cNvSpPr txBox="1"/>
          <p:nvPr/>
        </p:nvSpPr>
        <p:spPr>
          <a:xfrm>
            <a:off x="8325788" y="3059668"/>
            <a:ext cx="374070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s-CL" b="1" dirty="0" err="1"/>
              <a:t>Contructor</a:t>
            </a:r>
            <a:r>
              <a:rPr lang="es-CL" b="1" dirty="0"/>
              <a:t> de la clase planeta</a:t>
            </a:r>
            <a:endParaRPr lang="en-US" b="1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6B5D4AC-CA27-ED3F-4675-B6C9ECB7D3E7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173804" y="3784985"/>
            <a:ext cx="6022613" cy="3006531"/>
          </a:xfrm>
        </p:spPr>
        <p:txBody>
          <a:bodyPr/>
          <a:lstStyle/>
          <a:p>
            <a:pPr marL="0" indent="0" algn="ctr">
              <a:buNone/>
            </a:pPr>
            <a:r>
              <a:rPr lang="es-CL" sz="3200" b="1" dirty="0" err="1"/>
              <a:t>this</a:t>
            </a:r>
            <a:endParaRPr lang="es-CL" sz="3200" b="1" dirty="0"/>
          </a:p>
          <a:p>
            <a:pPr algn="just"/>
            <a:r>
              <a:rPr lang="es-CL" b="0" i="0" dirty="0">
                <a:effectLst/>
                <a:latin typeface="DeepSeek-CJK-patch"/>
              </a:rPr>
              <a:t>E</a:t>
            </a:r>
            <a:r>
              <a:rPr lang="es-ES" b="0" i="0" dirty="0">
                <a:effectLst/>
                <a:latin typeface="DeepSeek-CJK-patch"/>
              </a:rPr>
              <a:t>s una </a:t>
            </a:r>
            <a:r>
              <a:rPr lang="es-ES" b="1" i="0" dirty="0">
                <a:effectLst/>
                <a:latin typeface="DeepSeek-CJK-patch"/>
              </a:rPr>
              <a:t>autorreferencia</a:t>
            </a:r>
            <a:r>
              <a:rPr lang="es-ES" b="0" i="0" dirty="0">
                <a:effectLst/>
                <a:latin typeface="DeepSeek-CJK-patch"/>
              </a:rPr>
              <a:t> al objeto actual dentro de una clase, </a:t>
            </a:r>
            <a:endParaRPr lang="es-ES" dirty="0">
              <a:latin typeface="DeepSeek-CJK-patch"/>
            </a:endParaRPr>
          </a:p>
          <a:p>
            <a:pPr algn="just"/>
            <a:r>
              <a:rPr lang="es-ES" dirty="0">
                <a:latin typeface="DeepSeek-CJK-patch"/>
              </a:rPr>
              <a:t>Es útil para cuando un parámetro de método tiene el mismo nombre que un atributo de la clase, </a:t>
            </a:r>
            <a:r>
              <a:rPr lang="es-ES" dirty="0" err="1">
                <a:latin typeface="DeepSeek-CJK-patch"/>
              </a:rPr>
              <a:t>this</a:t>
            </a:r>
            <a:r>
              <a:rPr lang="es-ES" dirty="0">
                <a:latin typeface="DeepSeek-CJK-patch"/>
              </a:rPr>
              <a:t> elimina la ambigüedad</a:t>
            </a:r>
          </a:p>
          <a:p>
            <a:endParaRPr lang="es-ES" dirty="0">
              <a:latin typeface="DeepSeek-CJK-patch"/>
            </a:endParaRP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8DB94A11-AE03-3FCD-1A25-2E75AC57A4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091" t="6534" r="2420" b="34174"/>
          <a:stretch/>
        </p:blipFill>
        <p:spPr>
          <a:xfrm>
            <a:off x="406400" y="300004"/>
            <a:ext cx="7578829" cy="3006531"/>
          </a:xfrm>
          <a:prstGeom prst="rect">
            <a:avLst/>
          </a:prstGeom>
          <a:noFill/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BAC9E7B-C7A2-D426-3347-85C8C8E3FC5A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6096000" y="2420471"/>
            <a:ext cx="2229788" cy="823863"/>
          </a:xfrm>
          <a:prstGeom prst="straightConnector1">
            <a:avLst/>
          </a:prstGeom>
          <a:ln w="38100"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1415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0C883-7528-F9C5-D6FA-15EC059A3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896112"/>
            <a:ext cx="10668000" cy="1325563"/>
          </a:xfrm>
        </p:spPr>
        <p:txBody>
          <a:bodyPr/>
          <a:lstStyle/>
          <a:p>
            <a:r>
              <a:rPr lang="en-US" dirty="0" err="1"/>
              <a:t>Modificadores</a:t>
            </a:r>
            <a:r>
              <a:rPr lang="en-US" dirty="0"/>
              <a:t> de </a:t>
            </a:r>
            <a:r>
              <a:rPr lang="en-US" dirty="0" err="1"/>
              <a:t>acceso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java</a:t>
            </a:r>
          </a:p>
        </p:txBody>
      </p:sp>
      <p:graphicFrame>
        <p:nvGraphicFramePr>
          <p:cNvPr id="8" name="Table Placeholder 7">
            <a:extLst>
              <a:ext uri="{FF2B5EF4-FFF2-40B4-BE49-F238E27FC236}">
                <a16:creationId xmlns:a16="http://schemas.microsoft.com/office/drawing/2014/main" id="{24EE9911-8AC9-5BE2-4456-0175FD28D083}"/>
              </a:ext>
            </a:extLst>
          </p:cNvPr>
          <p:cNvGraphicFramePr>
            <a:graphicFrameLocks noGrp="1"/>
          </p:cNvGraphicFramePr>
          <p:nvPr>
            <p:ph type="tbl" sz="quarter" idx="14"/>
            <p:extLst>
              <p:ext uri="{D42A27DB-BD31-4B8C-83A1-F6EECF244321}">
                <p14:modId xmlns:p14="http://schemas.microsoft.com/office/powerpoint/2010/main" val="2355073466"/>
              </p:ext>
            </p:extLst>
          </p:nvPr>
        </p:nvGraphicFramePr>
        <p:xfrm>
          <a:off x="1298939" y="2449895"/>
          <a:ext cx="9091441" cy="4035741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3765577">
                  <a:extLst>
                    <a:ext uri="{9D8B030D-6E8A-4147-A177-3AD203B41FA5}">
                      <a16:colId xmlns:a16="http://schemas.microsoft.com/office/drawing/2014/main" val="248340271"/>
                    </a:ext>
                  </a:extLst>
                </a:gridCol>
                <a:gridCol w="5325864">
                  <a:extLst>
                    <a:ext uri="{9D8B030D-6E8A-4147-A177-3AD203B41FA5}">
                      <a16:colId xmlns:a16="http://schemas.microsoft.com/office/drawing/2014/main" val="2825265259"/>
                    </a:ext>
                  </a:extLst>
                </a:gridCol>
              </a:tblGrid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800" b="1" dirty="0" err="1">
                          <a:solidFill>
                            <a:sysClr val="windowText" lastClr="000000"/>
                          </a:solidFill>
                          <a:effectLst/>
                        </a:rPr>
                        <a:t>Modificador</a:t>
                      </a:r>
                      <a:r>
                        <a:rPr lang="en-US" sz="1800" b="1" dirty="0">
                          <a:solidFill>
                            <a:sysClr val="windowText" lastClr="000000"/>
                          </a:solidFill>
                          <a:effectLst/>
                        </a:rPr>
                        <a:t> 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s-CL" b="1" i="0" dirty="0">
                          <a:solidFill>
                            <a:sysClr val="windowText" lastClr="000000"/>
                          </a:solidFill>
                          <a:effectLst/>
                        </a:rPr>
                        <a:t>Descripción</a:t>
                      </a:r>
                      <a:endParaRPr lang="en-US" b="1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06384421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marL="0" indent="0">
                        <a:lnSpc>
                          <a:spcPct val="90000"/>
                        </a:lnSpc>
                        <a:buFont typeface="Arial" panose="020B0604020202020204" pitchFamily="34" charset="0"/>
                        <a:buNone/>
                      </a:pPr>
                      <a:r>
                        <a:rPr lang="es-ES" sz="1800" dirty="0" err="1"/>
                        <a:t>Private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sólo accesibles por la propia clase.</a:t>
                      </a:r>
                    </a:p>
                    <a:p>
                      <a:pPr algn="l" rtl="0" fontAlgn="base"/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3559787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800" dirty="0"/>
                        <a:t> </a:t>
                      </a:r>
                      <a:r>
                        <a:rPr lang="es-ES" sz="1800" dirty="0" err="1"/>
                        <a:t>package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miembros sin modificador de acceso son sólo accesibles por código en el mismo paquete. </a:t>
                      </a:r>
                    </a:p>
                    <a:p>
                      <a:pPr algn="l" rtl="0" fontAlgn="base"/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4553674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800" dirty="0" err="1"/>
                        <a:t>Protected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accesibles por una subclase, como también por código del mismo paquete. </a:t>
                      </a:r>
                    </a:p>
                    <a:p>
                      <a:pPr algn="l" rtl="0" fontAlgn="base"/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1991020"/>
                  </a:ext>
                </a:extLst>
              </a:tr>
              <a:tr h="735647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800" dirty="0" err="1"/>
                        <a:t>Public</a:t>
                      </a:r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800" dirty="0"/>
                        <a:t>accesibles por cualquier clase.</a:t>
                      </a:r>
                      <a:endParaRPr lang="en-US" sz="1800" b="1" dirty="0"/>
                    </a:p>
                    <a:p>
                      <a:pPr algn="l" rtl="0" fontAlgn="base"/>
                      <a:endParaRPr lang="en-US" b="0" i="0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0694325"/>
                  </a:ext>
                </a:extLst>
              </a:tr>
            </a:tbl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3FE259-B742-148B-88EA-EAE84226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6783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D50A5-AD1E-DE20-D1DA-09F2F69868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B25E44EA-873C-10B6-24BF-067CD821C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2" name="Content Placeholder 1">
            <a:extLst>
              <a:ext uri="{FF2B5EF4-FFF2-40B4-BE49-F238E27FC236}">
                <a16:creationId xmlns:a16="http://schemas.microsoft.com/office/drawing/2014/main" id="{B74554AE-411B-C199-6E6C-457E48C12E4A}"/>
              </a:ext>
            </a:extLst>
          </p:cNvPr>
          <p:cNvPicPr>
            <a:picLocks noGrp="1" noChangeAspect="1"/>
          </p:cNvPicPr>
          <p:nvPr>
            <p:ph sz="half" idx="14"/>
          </p:nvPr>
        </p:nvPicPr>
        <p:blipFill>
          <a:blip r:embed="rId3"/>
          <a:srcRect l="19787" t="-100" r="7134" b="10474"/>
          <a:stretch/>
        </p:blipFill>
        <p:spPr>
          <a:xfrm>
            <a:off x="440314" y="773542"/>
            <a:ext cx="6420598" cy="444371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3D45229-9498-32A8-091C-E2A79359F816}"/>
              </a:ext>
            </a:extLst>
          </p:cNvPr>
          <p:cNvSpPr txBox="1"/>
          <p:nvPr/>
        </p:nvSpPr>
        <p:spPr>
          <a:xfrm>
            <a:off x="7268606" y="832861"/>
            <a:ext cx="4137914" cy="627864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s-CL" b="1" dirty="0"/>
              <a:t>Subclase de planeta, implementa la interfaz y extiende la superclase. </a:t>
            </a:r>
          </a:p>
          <a:p>
            <a:endParaRPr lang="es-CL" b="1" dirty="0"/>
          </a:p>
          <a:p>
            <a:r>
              <a:rPr lang="en-US" dirty="0"/>
              <a:t>Por lo que </a:t>
            </a:r>
            <a:r>
              <a:rPr lang="en-US" dirty="0" err="1"/>
              <a:t>hereda</a:t>
            </a:r>
            <a:r>
              <a:rPr lang="en-US" dirty="0"/>
              <a:t> sus </a:t>
            </a:r>
            <a:r>
              <a:rPr lang="en-US" dirty="0" err="1"/>
              <a:t>atributos</a:t>
            </a:r>
            <a:r>
              <a:rPr lang="en-US" dirty="0"/>
              <a:t> y </a:t>
            </a:r>
            <a:r>
              <a:rPr lang="en-US" dirty="0" err="1"/>
              <a:t>métodos</a:t>
            </a:r>
            <a:r>
              <a:rPr lang="en-US" dirty="0"/>
              <a:t>. </a:t>
            </a:r>
          </a:p>
          <a:p>
            <a:endParaRPr lang="en-US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just"/>
            <a:r>
              <a:rPr lang="es-ES" dirty="0">
                <a:latin typeface="DeepSeek-CJK-patch"/>
              </a:rPr>
              <a:t>Es</a:t>
            </a:r>
            <a:r>
              <a:rPr lang="es-ES" b="0" i="0" dirty="0">
                <a:effectLst/>
                <a:latin typeface="DeepSeek-CJK-patch"/>
              </a:rPr>
              <a:t> una referencia a la </a:t>
            </a:r>
            <a:r>
              <a:rPr lang="es-ES" b="1" i="0" dirty="0">
                <a:effectLst/>
                <a:latin typeface="DeepSeek-CJK-patch"/>
              </a:rPr>
              <a:t>clase padre (superclase)</a:t>
            </a:r>
            <a:r>
              <a:rPr lang="es-ES" b="0" i="0" dirty="0">
                <a:effectLst/>
                <a:latin typeface="DeepSeek-CJK-patch"/>
              </a:rPr>
              <a:t> y se usa principalmente en contextos de herencia.</a:t>
            </a:r>
          </a:p>
          <a:p>
            <a:pPr algn="just"/>
            <a:endParaRPr lang="es-ES" dirty="0">
              <a:latin typeface="DeepSeek-CJK-patch"/>
            </a:endParaRPr>
          </a:p>
          <a:p>
            <a:pPr algn="just"/>
            <a:r>
              <a:rPr lang="es-ES" b="1" i="0" dirty="0">
                <a:effectLst/>
                <a:latin typeface="DeepSeek-CJK-patch"/>
              </a:rPr>
              <a:t>Debe ser la primera línea</a:t>
            </a:r>
            <a:r>
              <a:rPr lang="es-ES" b="0" i="0" dirty="0">
                <a:effectLst/>
                <a:latin typeface="DeepSeek-CJK-patch"/>
              </a:rPr>
              <a:t> en un constructor de subclase. De no usarlo se hereda el constructor del padre.</a:t>
            </a:r>
          </a:p>
          <a:p>
            <a:pPr algn="just"/>
            <a:endParaRPr lang="es-ES" dirty="0">
              <a:latin typeface="DeepSeek-CJK-patch"/>
            </a:endParaRPr>
          </a:p>
          <a:p>
            <a:pPr algn="just"/>
            <a:r>
              <a:rPr lang="es-ES" b="0" i="0" dirty="0">
                <a:effectLst/>
                <a:latin typeface="DeepSeek-CJK-patch"/>
              </a:rPr>
              <a:t>Es utilizado para extender el comportamiento del padre y no tener que reescribirlo. </a:t>
            </a:r>
          </a:p>
          <a:p>
            <a:pPr algn="just"/>
            <a:endParaRPr lang="es-ES" dirty="0">
              <a:latin typeface="DeepSeek-CJK-patch"/>
            </a:endParaRPr>
          </a:p>
          <a:p>
            <a:pPr algn="ctr"/>
            <a:endParaRPr lang="en-US" dirty="0"/>
          </a:p>
          <a:p>
            <a:pPr algn="ctr"/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F25EEC-6DF0-31FB-3536-157E1F1328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030707">
            <a:off x="6357530" y="2353563"/>
            <a:ext cx="2297777" cy="9345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08F8516-7EC8-FF7E-AD12-F76D844B0CAF}"/>
              </a:ext>
            </a:extLst>
          </p:cNvPr>
          <p:cNvSpPr txBox="1"/>
          <p:nvPr/>
        </p:nvSpPr>
        <p:spPr>
          <a:xfrm>
            <a:off x="8561600" y="2513883"/>
            <a:ext cx="2226098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/>
              <a:t>super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DD5C51-3338-D5EF-EF5B-D99CB6B8C5D2}"/>
              </a:ext>
            </a:extLst>
          </p:cNvPr>
          <p:cNvSpPr txBox="1"/>
          <p:nvPr/>
        </p:nvSpPr>
        <p:spPr>
          <a:xfrm>
            <a:off x="3203312" y="5404861"/>
            <a:ext cx="331979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b="1" dirty="0"/>
              <a:t>Las subclases pueden añadir atributos a los constructores heredados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427545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F8A85-2DE5-BB85-9C01-7868A7295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7486C79-A242-110A-3EB6-FE9A547EF0A6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933950" y="2094706"/>
            <a:ext cx="6338887" cy="426164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00000"/>
              </a:lnSpc>
            </a:pPr>
            <a:r>
              <a:rPr lang="es-ES" b="1" i="0" dirty="0" err="1">
                <a:solidFill>
                  <a:schemeClr val="accent1"/>
                </a:solidFill>
                <a:effectLst/>
                <a:latin typeface="DeepSeek-CJK-patch"/>
              </a:rPr>
              <a:t>Override</a:t>
            </a:r>
            <a:r>
              <a:rPr lang="es-ES" b="1" i="0" dirty="0">
                <a:solidFill>
                  <a:schemeClr val="accent1"/>
                </a:solidFill>
                <a:effectLst/>
                <a:latin typeface="DeepSeek-CJK-patch"/>
              </a:rPr>
              <a:t> </a:t>
            </a:r>
            <a:r>
              <a:rPr lang="en-US" b="1" i="0" dirty="0">
                <a:solidFill>
                  <a:schemeClr val="accent1"/>
                </a:solidFill>
                <a:effectLst/>
                <a:latin typeface="DeepSeek-CJK-patch"/>
              </a:rPr>
              <a:t>(</a:t>
            </a:r>
            <a:r>
              <a:rPr lang="en-US" b="1" i="0" dirty="0" err="1">
                <a:solidFill>
                  <a:schemeClr val="accent1"/>
                </a:solidFill>
                <a:effectLst/>
                <a:latin typeface="DeepSeek-CJK-patch"/>
              </a:rPr>
              <a:t>Sobrescritura</a:t>
            </a:r>
            <a:r>
              <a:rPr lang="en-US" b="1" i="0" dirty="0">
                <a:solidFill>
                  <a:schemeClr val="accent1"/>
                </a:solidFill>
                <a:effectLst/>
                <a:latin typeface="DeepSeek-CJK-patch"/>
              </a:rPr>
              <a:t>):</a:t>
            </a:r>
          </a:p>
          <a:p>
            <a:pPr algn="just">
              <a:lnSpc>
                <a:spcPct val="100000"/>
              </a:lnSpc>
            </a:pPr>
            <a:r>
              <a:rPr lang="es-ES" i="0" dirty="0">
                <a:effectLst/>
                <a:latin typeface="DeepSeek-CJK-patch"/>
              </a:rPr>
              <a:t>Modificar un método de la clase padre en la clase hija, manteniendo su misma firma (nombre, parámetros y tipo de retorno).</a:t>
            </a:r>
          </a:p>
          <a:p>
            <a:pPr algn="just">
              <a:lnSpc>
                <a:spcPct val="100000"/>
              </a:lnSpc>
            </a:pPr>
            <a:endParaRPr lang="es-ES" dirty="0">
              <a:latin typeface="DeepSeek-CJK-patch"/>
            </a:endParaRPr>
          </a:p>
          <a:p>
            <a:pPr algn="just">
              <a:lnSpc>
                <a:spcPct val="100000"/>
              </a:lnSpc>
            </a:pPr>
            <a:r>
              <a:rPr lang="es-ES" i="0" dirty="0">
                <a:effectLst/>
                <a:latin typeface="DeepSeek-CJK-patch"/>
              </a:rPr>
              <a:t>@Override (buena práctica)</a:t>
            </a:r>
          </a:p>
          <a:p>
            <a:pPr algn="just">
              <a:lnSpc>
                <a:spcPct val="100000"/>
              </a:lnSpc>
            </a:pPr>
            <a:endParaRPr lang="es-ES" dirty="0">
              <a:solidFill>
                <a:schemeClr val="accent1"/>
              </a:solidFill>
              <a:latin typeface="DeepSeek-CJK-patch"/>
            </a:endParaRPr>
          </a:p>
          <a:p>
            <a:pPr algn="just">
              <a:lnSpc>
                <a:spcPct val="100000"/>
              </a:lnSpc>
            </a:pPr>
            <a:r>
              <a:rPr lang="es-ES" b="1" dirty="0" err="1">
                <a:solidFill>
                  <a:schemeClr val="accent1"/>
                </a:solidFill>
                <a:latin typeface="DeepSeek-CJK-patch"/>
              </a:rPr>
              <a:t>Overload</a:t>
            </a:r>
            <a:r>
              <a:rPr lang="es-ES" b="1" dirty="0">
                <a:solidFill>
                  <a:schemeClr val="accent1"/>
                </a:solidFill>
                <a:latin typeface="DeepSeek-CJK-patch"/>
              </a:rPr>
              <a:t> (Sobrecarga):</a:t>
            </a:r>
          </a:p>
          <a:p>
            <a:pPr algn="just">
              <a:lnSpc>
                <a:spcPct val="100000"/>
              </a:lnSpc>
            </a:pPr>
            <a:r>
              <a:rPr lang="es-ES" i="0" dirty="0">
                <a:effectLst/>
                <a:latin typeface="DeepSeek-CJK-patch"/>
              </a:rPr>
              <a:t>Crear múltiples versiones de un método en la misma clase con diferentes parámetros</a:t>
            </a:r>
            <a:r>
              <a:rPr lang="es-ES" dirty="0">
                <a:latin typeface="DeepSeek-CJK-patch"/>
              </a:rPr>
              <a:t>. No mantiene la firma.</a:t>
            </a:r>
          </a:p>
          <a:p>
            <a:pPr algn="just">
              <a:lnSpc>
                <a:spcPct val="100000"/>
              </a:lnSpc>
            </a:pPr>
            <a:endParaRPr lang="es-ES" dirty="0">
              <a:latin typeface="DeepSeek-CJK-patch"/>
            </a:endParaRPr>
          </a:p>
          <a:p>
            <a:pPr algn="just">
              <a:lnSpc>
                <a:spcPct val="100000"/>
              </a:lnSpc>
            </a:pPr>
            <a:r>
              <a:rPr lang="es-ES" dirty="0">
                <a:latin typeface="DeepSeek-CJK-patch"/>
              </a:rPr>
              <a:t>Puede cambiar el tipo de retorno.</a:t>
            </a:r>
          </a:p>
          <a:p>
            <a:pPr algn="just">
              <a:lnSpc>
                <a:spcPct val="100000"/>
              </a:lnSpc>
            </a:pPr>
            <a:r>
              <a:rPr lang="es-ES" dirty="0">
                <a:latin typeface="DeepSeek-CJK-patch"/>
              </a:rPr>
              <a:t>No requiere herencia.</a:t>
            </a:r>
            <a:endParaRPr lang="en-US" dirty="0">
              <a:latin typeface="DeepSeek-CJK-patch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25EE10-35F6-055A-40F6-72E8C7113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1928C7F-23F6-FC82-EAB5-5BD940157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3950" y="429461"/>
            <a:ext cx="6343650" cy="1445933"/>
          </a:xfrm>
        </p:spPr>
        <p:txBody>
          <a:bodyPr/>
          <a:lstStyle/>
          <a:p>
            <a:r>
              <a:rPr lang="es-CL" dirty="0" err="1"/>
              <a:t>Override</a:t>
            </a:r>
            <a:r>
              <a:rPr lang="es-CL" dirty="0"/>
              <a:t> vs </a:t>
            </a:r>
            <a:r>
              <a:rPr lang="es-CL" dirty="0" err="1"/>
              <a:t>overload</a:t>
            </a:r>
            <a:r>
              <a:rPr lang="es-CL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469316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4">
      <a:dk1>
        <a:sysClr val="windowText" lastClr="000000"/>
      </a:dk1>
      <a:lt1>
        <a:sysClr val="window" lastClr="FFFFFF"/>
      </a:lt1>
      <a:dk2>
        <a:srgbClr val="F8F0E3"/>
      </a:dk2>
      <a:lt2>
        <a:srgbClr val="E7E6E6"/>
      </a:lt2>
      <a:accent1>
        <a:srgbClr val="224E7F"/>
      </a:accent1>
      <a:accent2>
        <a:srgbClr val="385E88"/>
      </a:accent2>
      <a:accent3>
        <a:srgbClr val="AA2070"/>
      </a:accent3>
      <a:accent4>
        <a:srgbClr val="EC008C"/>
      </a:accent4>
      <a:accent5>
        <a:srgbClr val="582156"/>
      </a:accent5>
      <a:accent6>
        <a:srgbClr val="958EA2"/>
      </a:accent6>
      <a:hlink>
        <a:srgbClr val="0563C1"/>
      </a:hlink>
      <a:folHlink>
        <a:srgbClr val="954F72"/>
      </a:folHlink>
    </a:clrScheme>
    <a:fontScheme name="Custom 112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33968143_Win32_SL_V3" id="{4DA6DF5E-F5DF-461D-8863-50E9C5721FD0}" vid="{BC6DDDB8-E14A-47D1-98C5-2C109624FD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451406B-581B-4C29-A833-E33D8A6AB0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F65614A-92F9-4391-AC3D-F3F5B0704F99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18903D25-5BE2-4D9E-B7D8-BE1DCAE2DC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{6BB6A45F-D553-4C3B-ABFF-4AC2DBAEDEAE}tf33968143_win32</Template>
  <TotalTime>550</TotalTime>
  <Words>425</Words>
  <Application>Microsoft Office PowerPoint</Application>
  <PresentationFormat>Widescreen</PresentationFormat>
  <Paragraphs>87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Avenir Next LT Pro</vt:lpstr>
      <vt:lpstr>Calibri</vt:lpstr>
      <vt:lpstr>DeepSeek-CJK-patch</vt:lpstr>
      <vt:lpstr>Custom</vt:lpstr>
      <vt:lpstr>Cápsula:  Programación orientada a objetos ayudante: elismar suárez </vt:lpstr>
      <vt:lpstr>EJEMPLO DE UN DIAGRAMA DE CLASES UML</vt:lpstr>
      <vt:lpstr>PowerPoint Presentation</vt:lpstr>
      <vt:lpstr>CLASE ABSTRACTA </vt:lpstr>
      <vt:lpstr>GET &amp; SET </vt:lpstr>
      <vt:lpstr>PowerPoint Presentation</vt:lpstr>
      <vt:lpstr>Modificadores de acceso en java</vt:lpstr>
      <vt:lpstr>PowerPoint Presentation</vt:lpstr>
      <vt:lpstr>Override vs overload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Elismar Suarez Guzman (Alumno)</dc:creator>
  <cp:lastModifiedBy>Elismar Suarez Guzman (Alumno)</cp:lastModifiedBy>
  <cp:revision>1</cp:revision>
  <dcterms:created xsi:type="dcterms:W3CDTF">2025-04-28T18:00:55Z</dcterms:created>
  <dcterms:modified xsi:type="dcterms:W3CDTF">2025-04-29T03:22:31Z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